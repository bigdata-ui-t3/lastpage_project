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337" r:id="rId4"/>
    <p:sldId id="344" r:id="rId5"/>
    <p:sldId id="28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탐색적 데이터 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75541" y="1819139"/>
            <a:ext cx="11240915" cy="43987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dirty="0" err="1">
                <a:solidFill>
                  <a:schemeClr val="bg1"/>
                </a:solidFill>
                <a:latin typeface="+mj-lt"/>
              </a:rPr>
              <a:t>결측치</a:t>
            </a: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 처리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(Missing Value Handling) – </a:t>
            </a: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(2P – 6P) 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이상치 처리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(Outlier Handling) – </a:t>
            </a: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(7P – 8P)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레이블 인코딩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(Label Encoding) – </a:t>
            </a:r>
            <a:r>
              <a:rPr lang="ko-KR" altLang="en-US" sz="20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(9P - 11P)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표준화 처리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(Standard </a:t>
            </a:r>
            <a:r>
              <a:rPr lang="en-US" altLang="ko-KR" sz="2000" b="1" dirty="0" err="1">
                <a:solidFill>
                  <a:schemeClr val="bg1"/>
                </a:solidFill>
                <a:latin typeface="+mj-lt"/>
              </a:rPr>
              <a:t>Sacler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) – </a:t>
            </a:r>
            <a:r>
              <a:rPr lang="ko-KR" altLang="en-US" sz="20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(12P)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132A5B-3A41-42D6-9223-0AB39E4F4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82" y="220703"/>
            <a:ext cx="6597255" cy="46520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77531C9-9676-4DAD-89CD-70D246F7E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44" y="5005245"/>
            <a:ext cx="6520293" cy="23911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BA0D54-4486-4F4C-9639-87194D165EEE}"/>
              </a:ext>
            </a:extLst>
          </p:cNvPr>
          <p:cNvSpPr txBox="1"/>
          <p:nvPr/>
        </p:nvSpPr>
        <p:spPr>
          <a:xfrm>
            <a:off x="7484632" y="2954971"/>
            <a:ext cx="37903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문제가 총 </a:t>
            </a:r>
            <a:r>
              <a:rPr lang="en-US" altLang="ko-KR" dirty="0">
                <a:solidFill>
                  <a:schemeClr val="bg1"/>
                </a:solidFill>
              </a:rPr>
              <a:t>9</a:t>
            </a:r>
            <a:r>
              <a:rPr lang="ko-KR" altLang="en-US" dirty="0">
                <a:solidFill>
                  <a:schemeClr val="bg1"/>
                </a:solidFill>
              </a:rPr>
              <a:t>개 파트로 나누어져 있습니다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전부 스스로 한번씩 실습을 </a:t>
            </a:r>
            <a:r>
              <a:rPr lang="ko-KR" altLang="en-US" dirty="0" err="1">
                <a:solidFill>
                  <a:schemeClr val="bg1"/>
                </a:solidFill>
              </a:rPr>
              <a:t>해볼겁니다</a:t>
            </a:r>
            <a:r>
              <a:rPr lang="en-US" altLang="ko-KR" dirty="0">
                <a:solidFill>
                  <a:schemeClr val="bg1"/>
                </a:solidFill>
              </a:rPr>
              <a:t>~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1) ~3) </a:t>
            </a:r>
            <a:r>
              <a:rPr lang="ko-KR" altLang="en-US" dirty="0" err="1">
                <a:solidFill>
                  <a:schemeClr val="bg1"/>
                </a:solidFill>
              </a:rPr>
              <a:t>손보금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4) ~6) </a:t>
            </a:r>
            <a:r>
              <a:rPr lang="ko-KR" altLang="en-US" dirty="0">
                <a:solidFill>
                  <a:schemeClr val="bg1"/>
                </a:solidFill>
              </a:rPr>
              <a:t>박준형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7) ~8) </a:t>
            </a:r>
            <a:r>
              <a:rPr lang="ko-KR" altLang="en-US" dirty="0">
                <a:solidFill>
                  <a:schemeClr val="bg1"/>
                </a:solidFill>
              </a:rPr>
              <a:t>심예진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순서로 </a:t>
            </a:r>
            <a:r>
              <a:rPr lang="en-US" altLang="ko-KR" dirty="0">
                <a:solidFill>
                  <a:schemeClr val="bg1"/>
                </a:solidFill>
              </a:rPr>
              <a:t>ppt </a:t>
            </a:r>
            <a:r>
              <a:rPr lang="ko-KR" altLang="en-US" dirty="0">
                <a:solidFill>
                  <a:schemeClr val="bg1"/>
                </a:solidFill>
              </a:rPr>
              <a:t>작성하겠습니다</a:t>
            </a:r>
            <a:r>
              <a:rPr lang="en-US" altLang="ko-KR" dirty="0">
                <a:solidFill>
                  <a:schemeClr val="bg1"/>
                </a:solidFill>
              </a:rPr>
              <a:t>@_@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2893</TotalTime>
  <Words>118</Words>
  <Application>Microsoft Office PowerPoint</Application>
  <PresentationFormat>와이드스크린</PresentationFormat>
  <Paragraphs>24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183</cp:revision>
  <dcterms:created xsi:type="dcterms:W3CDTF">2025-08-05T00:27:28Z</dcterms:created>
  <dcterms:modified xsi:type="dcterms:W3CDTF">2025-10-27T08:23:36Z</dcterms:modified>
</cp:coreProperties>
</file>
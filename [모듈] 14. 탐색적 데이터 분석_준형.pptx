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4" r:id="rId2"/>
    <p:sldId id="34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>
        <p:scale>
          <a:sx n="66" d="100"/>
          <a:sy n="66" d="100"/>
        </p:scale>
        <p:origin x="245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수치형 통계 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02B0A-6AFE-4D6C-BB9F-4BA7D3BE64F0}"/>
              </a:ext>
            </a:extLst>
          </p:cNvPr>
          <p:cNvSpPr txBox="1"/>
          <p:nvPr/>
        </p:nvSpPr>
        <p:spPr>
          <a:xfrm>
            <a:off x="2138281" y="4758393"/>
            <a:ext cx="7915435" cy="1815882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describe()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기본적으로 수치형 변수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(numeric columns)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통계 요약을 보여줍니다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count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아닌 데이터 개수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mean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std: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min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최소값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25%, 50%, 75%: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사분위수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max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최대값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60C87B-A8BF-4EA4-BA8C-E847565A5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55" y="1915866"/>
            <a:ext cx="5401429" cy="27340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B05E36-E0CC-4939-B060-B7AC423C2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244" y="1915865"/>
            <a:ext cx="4305901" cy="272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범주형 통계 요약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, 6.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컬럼별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결측 여부 확인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02B0A-6AFE-4D6C-BB9F-4BA7D3BE64F0}"/>
              </a:ext>
            </a:extLst>
          </p:cNvPr>
          <p:cNvSpPr txBox="1"/>
          <p:nvPr/>
        </p:nvSpPr>
        <p:spPr>
          <a:xfrm>
            <a:off x="8053810" y="2044005"/>
            <a:ext cx="3799099" cy="160043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include='O'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object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타입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컬럼만 요약합니다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14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count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아닌 데이터 개수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unique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고유값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개수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top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가장 자주 나온 값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freq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빈도수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F3783D-BFB1-42D4-BBDC-D5409863C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1908609"/>
            <a:ext cx="7268589" cy="17718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033D8B-D9FD-4B55-9E46-5758A353D2F0}"/>
              </a:ext>
            </a:extLst>
          </p:cNvPr>
          <p:cNvSpPr txBox="1"/>
          <p:nvPr/>
        </p:nvSpPr>
        <p:spPr>
          <a:xfrm>
            <a:off x="8053810" y="4781463"/>
            <a:ext cx="3799099" cy="954107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컬럼마다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(null)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개수를 보여줍니다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없으면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있으면 그 개수가 표시됩니다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A6721E8-53AA-42BD-9ACA-31CF12131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40" y="4170267"/>
            <a:ext cx="2619464" cy="22958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F24C72-2081-44A8-A7AC-9E1BC8D2DA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499" y="4155752"/>
            <a:ext cx="2619464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8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2989</TotalTime>
  <Words>116</Words>
  <Application>Microsoft Office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189</cp:revision>
  <dcterms:created xsi:type="dcterms:W3CDTF">2025-08-05T00:27:28Z</dcterms:created>
  <dcterms:modified xsi:type="dcterms:W3CDTF">2025-10-29T06:45:30Z</dcterms:modified>
</cp:coreProperties>
</file>
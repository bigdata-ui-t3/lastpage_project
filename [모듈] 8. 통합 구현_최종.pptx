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  <p:sldId id="293" r:id="rId4"/>
    <p:sldId id="294" r:id="rId5"/>
    <p:sldId id="300" r:id="rId6"/>
    <p:sldId id="297" r:id="rId7"/>
    <p:sldId id="301" r:id="rId8"/>
    <p:sldId id="295" r:id="rId9"/>
    <p:sldId id="312" r:id="rId10"/>
    <p:sldId id="299" r:id="rId11"/>
    <p:sldId id="298" r:id="rId12"/>
    <p:sldId id="296" r:id="rId13"/>
    <p:sldId id="303" r:id="rId14"/>
    <p:sldId id="313" r:id="rId15"/>
    <p:sldId id="311" r:id="rId16"/>
    <p:sldId id="304" r:id="rId17"/>
    <p:sldId id="286" r:id="rId1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39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535" autoAdjust="0"/>
    <p:restoredTop sz="94660"/>
  </p:normalViewPr>
  <p:slideViewPr>
    <p:cSldViewPr snapToGrid="0">
      <p:cViewPr varScale="1">
        <p:scale>
          <a:sx n="90" d="100"/>
          <a:sy n="90" d="100"/>
        </p:scale>
        <p:origin x="25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C2D174-CB32-4F11-B7D5-1A7BA59E4A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9D795AB-E336-45EB-A305-DD9AC46839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B2254FD-84F1-428D-9057-ADAB81B3D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2025-09-08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3BD85F5-ED05-4F59-AE9E-A58CEDA5B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79A623-0C98-4283-9D38-6AB30199D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88108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1DFFC5-38A8-42C2-A273-FAB663237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07E2275-8578-4DB7-9D83-8CCD9E2910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647C62E-4128-4DAC-A65A-27BB07B15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2025-09-08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924C588-E11C-4D94-8F48-301C424F2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81D5DEC-11A5-4320-839E-7F51A3AE9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0296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E59599-3C19-445B-8494-65877CB89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E5B53FD-C5F7-4500-BCF7-72846463F3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E83EE29-7B5A-4A33-A2E2-95C3F6079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2025-09-08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36DC215-611A-40F3-A9AE-4EE2515F4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F079D90-5960-4F74-B035-C3B189499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48618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B7EE06-1A7E-4A92-AAD0-9B86B8FF9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5688597-0625-4374-89CD-44B8845505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525B3D4-AF4B-4AE8-8394-D610318F67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F47BFB0-D7CE-457E-9189-BFF67F8D5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2025-09-08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F705FD7-3D9F-4845-8269-DDACF1416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22645E4-0207-4203-9E82-F7636B0D5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43875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10BA0D-07F6-4D96-BF5B-9436CB1AF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9A570F5-018D-444F-B20D-7729D02D8E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81EA175-6F80-498A-B91B-186EB4E9EA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88C8E9D-6863-4906-B550-56942E2D37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351414A-34E4-4E1D-8229-4BAA2EB301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1AA7644-2A06-4E36-80B6-059F98256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2025-09-08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5C1EA36-C08D-410A-BF83-A04F264E6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1CC500D-50CE-43C2-8933-D267B7AE9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41265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3703C0-9ACF-4AAE-9D37-8D18B26C7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7A6BCB5-73A1-4024-82FE-AF51172CB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2025-09-08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FF8ED94-3DD5-42AA-8FF1-38C6499C7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6D23E3A-D959-4203-BD40-C83512760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1607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C8A935A-7442-4F58-8D11-325F1B5C6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2025-09-08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FFBA2FD-9246-42AD-B56C-E8EA7AE50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6FE6B8E-4A69-4A9B-A9DD-5F0CB7237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31216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16DA8A-92BC-49DE-A8CF-C983904A3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923E4CE-55E3-4027-A86D-AC29312D7E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63CD0D5-63EF-4021-AF42-9F742E4957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B8D621F-7A35-4AB1-9015-6EE6F3156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2025-09-08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C5FD7D6-46C4-408F-847C-245D5126F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96B04C4-A611-43E8-834B-444CAF026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7260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CDD74F-EF7A-4889-85F7-871326D4A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E16CC49-48CD-4612-BF78-EBB3B04EE3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087BBA3-126E-40D9-955B-8C8D7877CC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97E777C-8677-437F-9339-DEE00C799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2025-09-08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411FACA-F355-4D90-B353-2AE547D56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D0C2A7F-AB07-44EB-9EF8-2BEB08E2B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0758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1F0666-4475-4B01-8F4E-B875648A8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97346D4-00C3-47FF-9B09-D4FF35DCC3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5E781B1-9EDD-4233-A374-EB535A6E5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2025-09-08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5826D15-4D50-4692-B46D-F882C66EE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245EE2F-D229-4007-8D9F-7A3820BE1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62924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EF2BF9F-0C81-4E8A-886A-CAEB2C36B6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A505AFD-1AA5-45B8-BD53-DA28197BD7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149204C-AB5D-4CA3-9046-1619B2154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2025-09-08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8FA9E8D-4B61-46A7-A49A-9045BDFD6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DEB5F22-C6F7-44D5-ACE0-6E7A148D0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88414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488827D-BBE9-423B-8A3E-16F1434F1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B1ACD2B-EAC8-4DAE-80BC-8153D0C808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B87A703-9670-4373-B621-3347DC4D14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F23D8-EC25-4018-9CD7-C53C9D694542}" type="datetimeFigureOut">
              <a:rPr lang="ko-KR" altLang="en-US" smtClean="0"/>
              <a:t>2025-09-08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C25031C-9617-4CD5-AB16-821A2E9453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2749AC1-BC97-42DC-BBFB-1FF1599E85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8926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09FB2B1-ADA3-4D09-BE1E-5FE440FEFD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07134" y="5409213"/>
            <a:ext cx="2247122" cy="1261535"/>
          </a:xfrm>
        </p:spPr>
        <p:txBody>
          <a:bodyPr>
            <a:noAutofit/>
          </a:bodyPr>
          <a:lstStyle/>
          <a:p>
            <a:pPr marL="0" indent="0" algn="r">
              <a:buNone/>
            </a:pP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빅데이터</a:t>
            </a:r>
            <a:r>
              <a:rPr lang="en-US" altLang="ko-KR" sz="1400" b="1" dirty="0">
                <a:solidFill>
                  <a:schemeClr val="bg1"/>
                </a:solidFill>
                <a:latin typeface="+mn-ea"/>
              </a:rPr>
              <a:t>UI</a:t>
            </a: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양성과정</a:t>
            </a:r>
            <a:endParaRPr lang="en-US" altLang="ko-KR" sz="1400" b="1" dirty="0">
              <a:solidFill>
                <a:schemeClr val="bg1"/>
              </a:solidFill>
              <a:latin typeface="+mn-ea"/>
            </a:endParaRPr>
          </a:p>
          <a:p>
            <a:pPr marL="0" indent="0" algn="r">
              <a:buNone/>
            </a:pPr>
            <a:r>
              <a:rPr lang="ko-KR" altLang="en-US" sz="1400" b="1" dirty="0" err="1">
                <a:solidFill>
                  <a:schemeClr val="bg1"/>
                </a:solidFill>
                <a:latin typeface="+mn-ea"/>
              </a:rPr>
              <a:t>손보금</a:t>
            </a:r>
            <a:endParaRPr lang="en-US" altLang="ko-KR" sz="1400" b="1" dirty="0">
              <a:solidFill>
                <a:schemeClr val="bg1"/>
              </a:solidFill>
              <a:latin typeface="+mn-ea"/>
            </a:endParaRPr>
          </a:p>
          <a:p>
            <a:pPr marL="0" indent="0" algn="r">
              <a:buNone/>
            </a:pP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박준형</a:t>
            </a:r>
            <a:endParaRPr lang="en-US" altLang="ko-KR" sz="1400" b="1" dirty="0">
              <a:solidFill>
                <a:schemeClr val="bg1"/>
              </a:solidFill>
              <a:latin typeface="+mn-ea"/>
            </a:endParaRPr>
          </a:p>
          <a:p>
            <a:pPr marL="0" indent="0" algn="r">
              <a:buNone/>
            </a:pP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심예진</a:t>
            </a: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3DA77DD5-F07A-4FA6-8DEA-409A2C5ABB17}"/>
              </a:ext>
            </a:extLst>
          </p:cNvPr>
          <p:cNvSpPr txBox="1">
            <a:spLocks/>
          </p:cNvSpPr>
          <p:nvPr/>
        </p:nvSpPr>
        <p:spPr>
          <a:xfrm>
            <a:off x="982980" y="3100841"/>
            <a:ext cx="10515600" cy="6563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통합 구현</a:t>
            </a: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0892D854-65E9-4161-BD25-B1C960BA7B08}"/>
              </a:ext>
            </a:extLst>
          </p:cNvPr>
          <p:cNvSpPr txBox="1">
            <a:spLocks/>
          </p:cNvSpPr>
          <p:nvPr/>
        </p:nvSpPr>
        <p:spPr>
          <a:xfrm>
            <a:off x="838200" y="2051483"/>
            <a:ext cx="10515600" cy="6563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altLang="ko-KR" sz="5400" dirty="0" err="1">
                <a:solidFill>
                  <a:srgbClr val="2C3930"/>
                </a:solidFill>
              </a:rPr>
              <a:t>astpage</a:t>
            </a:r>
            <a:r>
              <a:rPr lang="en-US" altLang="ko-KR" sz="5400" dirty="0" err="1">
                <a:solidFill>
                  <a:schemeClr val="bg1"/>
                </a:solidFill>
              </a:rPr>
              <a:t>Lastpage</a:t>
            </a:r>
            <a:r>
              <a:rPr lang="en-US" altLang="ko-KR" sz="5400" dirty="0">
                <a:solidFill>
                  <a:schemeClr val="bg1"/>
                </a:solidFill>
              </a:rPr>
              <a:t> Project</a:t>
            </a:r>
            <a:r>
              <a:rPr lang="en-US" altLang="ko-KR" sz="5400" dirty="0">
                <a:solidFill>
                  <a:srgbClr val="2C3930"/>
                </a:solidFill>
              </a:rPr>
              <a:t> </a:t>
            </a:r>
            <a:r>
              <a:rPr lang="en-US" altLang="ko-KR" sz="4800" dirty="0">
                <a:solidFill>
                  <a:srgbClr val="2C3930"/>
                </a:solidFill>
              </a:rPr>
              <a:t>Project</a:t>
            </a:r>
            <a:endParaRPr lang="ko-KR" altLang="en-US" sz="4800" dirty="0">
              <a:solidFill>
                <a:srgbClr val="2C393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BC62395-CB82-C6B8-18EC-276CC2A8E7CC}"/>
              </a:ext>
            </a:extLst>
          </p:cNvPr>
          <p:cNvSpPr txBox="1"/>
          <p:nvPr/>
        </p:nvSpPr>
        <p:spPr>
          <a:xfrm>
            <a:off x="-129540" y="4450080"/>
            <a:ext cx="124206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pic>
        <p:nvPicPr>
          <p:cNvPr id="13" name="그림 1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47CCDA8-F2F2-6E33-1693-7115E4B9C6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221163"/>
            <a:ext cx="807629" cy="80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9742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D2E548-C65D-48A7-AF17-BB29D6CB8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"/>
            <a:ext cx="12191999" cy="1429670"/>
          </a:xfrm>
          <a:solidFill>
            <a:schemeClr val="bg1"/>
          </a:solidFill>
        </p:spPr>
        <p:txBody>
          <a:bodyPr/>
          <a:lstStyle/>
          <a:p>
            <a:pPr algn="ctr"/>
            <a:r>
              <a:rPr lang="en-US" altLang="ko-KR" dirty="0"/>
              <a:t>INDEX </a:t>
            </a:r>
            <a:r>
              <a:rPr lang="ko-KR" altLang="en-US" dirty="0"/>
              <a:t>및 </a:t>
            </a:r>
            <a:r>
              <a:rPr lang="en-US" altLang="ko-KR" dirty="0"/>
              <a:t>CONTENTS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09FB2B1-ADA3-4D09-BE1E-5FE440FEFD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6962" y="1693357"/>
            <a:ext cx="11598074" cy="4432567"/>
          </a:xfrm>
        </p:spPr>
        <p:txBody>
          <a:bodyPr>
            <a:noAutofit/>
          </a:bodyPr>
          <a:lstStyle/>
          <a:p>
            <a:pPr marL="457200" indent="-457200">
              <a:lnSpc>
                <a:spcPct val="175000"/>
              </a:lnSpc>
              <a:buAutoNum type="arabicPeriod"/>
            </a:pPr>
            <a:r>
              <a:rPr lang="en-US" altLang="ko-KR" sz="1600" b="1" i="0" dirty="0" err="1">
                <a:solidFill>
                  <a:schemeClr val="bg1"/>
                </a:solidFill>
                <a:effectLst/>
                <a:latin typeface="+mj-lt"/>
              </a:rPr>
              <a:t>Build.gradle</a:t>
            </a:r>
            <a:r>
              <a:rPr lang="en-US" altLang="ko-KR" sz="1600" b="1" i="0" dirty="0">
                <a:solidFill>
                  <a:schemeClr val="bg1"/>
                </a:solidFill>
                <a:effectLst/>
                <a:latin typeface="+mj-lt"/>
              </a:rPr>
              <a:t> </a:t>
            </a:r>
            <a:r>
              <a:rPr lang="ko-KR" altLang="en-US" sz="1600" b="1" i="0" dirty="0">
                <a:solidFill>
                  <a:schemeClr val="bg1"/>
                </a:solidFill>
                <a:effectLst/>
                <a:latin typeface="+mj-lt"/>
              </a:rPr>
              <a:t>의존 주입</a:t>
            </a:r>
            <a:r>
              <a:rPr lang="en-US" altLang="ko-KR" sz="1600" b="1" dirty="0">
                <a:solidFill>
                  <a:schemeClr val="bg1"/>
                </a:solidFill>
                <a:latin typeface="+mj-lt"/>
              </a:rPr>
              <a:t>------------------------------------------------------------------------------------ 2p </a:t>
            </a:r>
            <a:r>
              <a:rPr lang="ko-KR" altLang="en-US" sz="1600" b="1" dirty="0">
                <a:solidFill>
                  <a:schemeClr val="bg1"/>
                </a:solidFill>
                <a:latin typeface="+mj-lt"/>
              </a:rPr>
              <a:t>박준형</a:t>
            </a:r>
            <a:r>
              <a:rPr lang="en-US" altLang="ko-KR" sz="1600" b="1" dirty="0">
                <a:solidFill>
                  <a:schemeClr val="bg1"/>
                </a:solidFill>
                <a:latin typeface="+mj-lt"/>
              </a:rPr>
              <a:t>    </a:t>
            </a:r>
          </a:p>
          <a:p>
            <a:pPr marL="457200" indent="-457200">
              <a:lnSpc>
                <a:spcPct val="175000"/>
              </a:lnSpc>
              <a:buAutoNum type="arabicPeriod"/>
            </a:pPr>
            <a:r>
              <a:rPr lang="en-US" altLang="ko-KR" sz="1600" b="1" i="0" dirty="0" err="1">
                <a:solidFill>
                  <a:schemeClr val="bg1"/>
                </a:solidFill>
                <a:effectLst/>
                <a:latin typeface="+mj-lt"/>
              </a:rPr>
              <a:t>DataSourceConfig</a:t>
            </a:r>
            <a:r>
              <a:rPr lang="en-US" altLang="ko-KR" sz="1600" b="1" i="0" dirty="0">
                <a:solidFill>
                  <a:schemeClr val="bg1"/>
                </a:solidFill>
                <a:effectLst/>
                <a:latin typeface="+mj-lt"/>
              </a:rPr>
              <a:t>, </a:t>
            </a:r>
            <a:r>
              <a:rPr lang="en-US" altLang="ko-KR" sz="1600" b="1" i="0" dirty="0" err="1">
                <a:solidFill>
                  <a:schemeClr val="bg1"/>
                </a:solidFill>
                <a:effectLst/>
                <a:latin typeface="+mj-lt"/>
              </a:rPr>
              <a:t>TxConfig</a:t>
            </a:r>
            <a:r>
              <a:rPr lang="en-US" altLang="ko-KR" sz="1600" b="1" i="0" dirty="0">
                <a:solidFill>
                  <a:schemeClr val="bg1"/>
                </a:solidFill>
                <a:effectLst/>
                <a:latin typeface="+mj-lt"/>
              </a:rPr>
              <a:t> </a:t>
            </a:r>
            <a:r>
              <a:rPr lang="ko-KR" altLang="en-US" sz="1600" b="1" i="0" dirty="0">
                <a:solidFill>
                  <a:schemeClr val="bg1"/>
                </a:solidFill>
                <a:effectLst/>
                <a:latin typeface="+mj-lt"/>
              </a:rPr>
              <a:t>구현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맑은 고딕" panose="020B0503020000020004" pitchFamily="50" charset="-127"/>
                <a:cs typeface="+mn-cs"/>
              </a:rPr>
              <a:t>----------------------------------------------------------------------- 3p </a:t>
            </a:r>
            <a:r>
              <a:rPr lang="en-US" altLang="ko-KR" sz="1600" b="1" dirty="0">
                <a:solidFill>
                  <a:schemeClr val="bg1"/>
                </a:solidFill>
                <a:latin typeface="+mj-lt"/>
              </a:rPr>
              <a:t>– 4p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맑은 고딕" panose="020B0503020000020004" pitchFamily="50" charset="-127"/>
                <a:cs typeface="+mn-cs"/>
              </a:rPr>
              <a:t> </a:t>
            </a:r>
            <a:r>
              <a:rPr lang="ko-KR" altLang="en-US" sz="1600" b="1" dirty="0">
                <a:solidFill>
                  <a:schemeClr val="bg1"/>
                </a:solidFill>
                <a:latin typeface="+mj-lt"/>
                <a:ea typeface="맑은 고딕" panose="020B0503020000020004" pitchFamily="50" charset="-127"/>
              </a:rPr>
              <a:t>박준형</a:t>
            </a:r>
            <a:endParaRPr kumimoji="0" lang="en-US" altLang="ko-KR" sz="1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맑은 고딕" panose="020B0503020000020004" pitchFamily="50" charset="-127"/>
              <a:cs typeface="+mn-cs"/>
            </a:endParaRPr>
          </a:p>
          <a:p>
            <a:pPr marL="457200" indent="-457200">
              <a:lnSpc>
                <a:spcPct val="175000"/>
              </a:lnSpc>
              <a:buAutoNum type="arabicPeriod"/>
            </a:pPr>
            <a:r>
              <a:rPr lang="en-US" altLang="ko-KR" sz="1600" b="1" dirty="0" err="1">
                <a:solidFill>
                  <a:schemeClr val="bg1"/>
                </a:solidFill>
                <a:latin typeface="+mj-lt"/>
              </a:rPr>
              <a:t>MemoController</a:t>
            </a:r>
            <a:r>
              <a:rPr lang="ko-KR" altLang="en-US" sz="1600" b="1" dirty="0">
                <a:solidFill>
                  <a:schemeClr val="bg1"/>
                </a:solidFill>
                <a:latin typeface="+mj-lt"/>
              </a:rPr>
              <a:t> 구현</a:t>
            </a:r>
            <a:r>
              <a:rPr lang="en-US" altLang="ko-KR" sz="1600" b="1" dirty="0">
                <a:solidFill>
                  <a:schemeClr val="bg1"/>
                </a:solidFill>
                <a:latin typeface="+mj-lt"/>
              </a:rPr>
              <a:t>------------------------------------------------------------------------------------- 5p – 6p </a:t>
            </a:r>
            <a:r>
              <a:rPr lang="ko-KR" altLang="en-US" sz="1600" b="1" dirty="0" err="1">
                <a:solidFill>
                  <a:schemeClr val="bg1"/>
                </a:solidFill>
                <a:latin typeface="+mj-lt"/>
              </a:rPr>
              <a:t>손보금</a:t>
            </a:r>
            <a:endParaRPr lang="en-US" altLang="ko-KR" sz="1600" b="1" dirty="0">
              <a:solidFill>
                <a:schemeClr val="bg1"/>
              </a:solidFill>
              <a:latin typeface="+mj-lt"/>
            </a:endParaRPr>
          </a:p>
          <a:p>
            <a:pPr marL="457200" indent="-457200">
              <a:lnSpc>
                <a:spcPct val="175000"/>
              </a:lnSpc>
              <a:buAutoNum type="arabicPeriod"/>
            </a:pPr>
            <a:r>
              <a:rPr lang="en-US" altLang="ko-KR" sz="1600" b="1" dirty="0" err="1">
                <a:solidFill>
                  <a:schemeClr val="bg1"/>
                </a:solidFill>
                <a:latin typeface="+mj-lt"/>
              </a:rPr>
              <a:t>MemoService</a:t>
            </a:r>
            <a:r>
              <a:rPr lang="en-US" altLang="ko-KR" sz="1600" b="1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altLang="ko-KR" sz="1600" b="1" dirty="0" err="1">
                <a:solidFill>
                  <a:schemeClr val="bg1"/>
                </a:solidFill>
                <a:latin typeface="+mj-lt"/>
              </a:rPr>
              <a:t>MemoServiceImpl</a:t>
            </a:r>
            <a:r>
              <a:rPr lang="en-US" altLang="ko-KR" sz="1600" b="1" dirty="0">
                <a:solidFill>
                  <a:schemeClr val="bg1"/>
                </a:solidFill>
                <a:latin typeface="+mj-lt"/>
              </a:rPr>
              <a:t> </a:t>
            </a:r>
            <a:r>
              <a:rPr lang="ko-KR" altLang="en-US" sz="1600" b="1" dirty="0">
                <a:solidFill>
                  <a:schemeClr val="bg1"/>
                </a:solidFill>
                <a:latin typeface="+mj-lt"/>
              </a:rPr>
              <a:t>구현</a:t>
            </a:r>
            <a:r>
              <a:rPr lang="en-US" altLang="ko-KR" sz="1600" b="1" dirty="0">
                <a:solidFill>
                  <a:schemeClr val="bg1"/>
                </a:solidFill>
                <a:latin typeface="+mj-lt"/>
              </a:rPr>
              <a:t>------------------------------------------------------------------- 7p – 8p </a:t>
            </a:r>
            <a:r>
              <a:rPr lang="ko-KR" altLang="en-US" sz="1600" b="1" dirty="0">
                <a:solidFill>
                  <a:schemeClr val="bg1"/>
                </a:solidFill>
                <a:latin typeface="+mj-lt"/>
              </a:rPr>
              <a:t>심예진</a:t>
            </a:r>
            <a:endParaRPr lang="en-US" altLang="ko-KR" sz="1600" b="1" dirty="0">
              <a:solidFill>
                <a:schemeClr val="bg1"/>
              </a:solidFill>
              <a:latin typeface="+mj-lt"/>
            </a:endParaRPr>
          </a:p>
          <a:p>
            <a:pPr marL="457200" indent="-457200">
              <a:lnSpc>
                <a:spcPct val="175000"/>
              </a:lnSpc>
              <a:buAutoNum type="arabicPeriod"/>
            </a:pPr>
            <a:r>
              <a:rPr lang="en-US" altLang="ko-KR" sz="1600" b="1" dirty="0">
                <a:solidFill>
                  <a:schemeClr val="bg1"/>
                </a:solidFill>
                <a:latin typeface="+mj-lt"/>
              </a:rPr>
              <a:t>DB</a:t>
            </a:r>
            <a:r>
              <a:rPr lang="ko-KR" altLang="en-US" sz="1600" b="1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altLang="ko-KR" sz="1600" b="1" dirty="0">
                <a:solidFill>
                  <a:schemeClr val="bg1"/>
                </a:solidFill>
                <a:latin typeface="+mj-lt"/>
              </a:rPr>
              <a:t>Memo</a:t>
            </a:r>
            <a:r>
              <a:rPr lang="ko-KR" altLang="en-US" sz="1600" b="1" dirty="0">
                <a:solidFill>
                  <a:schemeClr val="bg1"/>
                </a:solidFill>
                <a:latin typeface="+mj-lt"/>
              </a:rPr>
              <a:t>테이블</a:t>
            </a:r>
            <a:r>
              <a:rPr lang="en-US" altLang="ko-KR" sz="1600" b="1" dirty="0">
                <a:solidFill>
                  <a:schemeClr val="bg1"/>
                </a:solidFill>
                <a:latin typeface="+mj-lt"/>
              </a:rPr>
              <a:t>, </a:t>
            </a:r>
            <a:r>
              <a:rPr lang="en-US" altLang="ko-KR" sz="1600" b="1" dirty="0" err="1">
                <a:solidFill>
                  <a:schemeClr val="bg1"/>
                </a:solidFill>
                <a:latin typeface="+mj-lt"/>
              </a:rPr>
              <a:t>MemoDto</a:t>
            </a:r>
            <a:r>
              <a:rPr lang="en-US" altLang="ko-KR" sz="1600" b="1" dirty="0">
                <a:solidFill>
                  <a:schemeClr val="bg1"/>
                </a:solidFill>
                <a:latin typeface="+mj-lt"/>
              </a:rPr>
              <a:t> </a:t>
            </a:r>
            <a:r>
              <a:rPr lang="ko-KR" altLang="en-US" sz="1600" b="1" dirty="0">
                <a:solidFill>
                  <a:schemeClr val="bg1"/>
                </a:solidFill>
                <a:latin typeface="+mj-lt"/>
              </a:rPr>
              <a:t>구현</a:t>
            </a:r>
            <a:r>
              <a:rPr lang="en-US" altLang="ko-KR" sz="1600" b="1" dirty="0">
                <a:solidFill>
                  <a:schemeClr val="bg1"/>
                </a:solidFill>
                <a:latin typeface="+mj-lt"/>
              </a:rPr>
              <a:t>------------------------------------------------------------------------ 9p – 10p </a:t>
            </a:r>
            <a:r>
              <a:rPr lang="ko-KR" altLang="en-US" sz="1600" b="1" dirty="0" err="1">
                <a:solidFill>
                  <a:schemeClr val="bg1"/>
                </a:solidFill>
                <a:latin typeface="+mj-lt"/>
              </a:rPr>
              <a:t>손보금</a:t>
            </a:r>
            <a:endParaRPr lang="en-US" altLang="ko-KR" sz="1600" b="1" dirty="0">
              <a:solidFill>
                <a:schemeClr val="bg1"/>
              </a:solidFill>
              <a:latin typeface="+mj-lt"/>
            </a:endParaRPr>
          </a:p>
          <a:p>
            <a:pPr marL="457200" indent="-457200">
              <a:lnSpc>
                <a:spcPct val="175000"/>
              </a:lnSpc>
              <a:buAutoNum type="arabicPeriod"/>
            </a:pPr>
            <a:r>
              <a:rPr lang="en-US" altLang="ko-KR" sz="1600" b="1" dirty="0" err="1">
                <a:solidFill>
                  <a:schemeClr val="bg1"/>
                </a:solidFill>
                <a:latin typeface="+mj-lt"/>
              </a:rPr>
              <a:t>MemoRespository</a:t>
            </a:r>
            <a:r>
              <a:rPr lang="ko-KR" altLang="en-US" sz="1600" b="1" dirty="0">
                <a:solidFill>
                  <a:schemeClr val="bg1"/>
                </a:solidFill>
                <a:latin typeface="+mj-lt"/>
              </a:rPr>
              <a:t> 구현</a:t>
            </a:r>
            <a:r>
              <a:rPr lang="en-US" altLang="ko-KR" sz="1600" b="1" dirty="0">
                <a:solidFill>
                  <a:schemeClr val="bg1"/>
                </a:solidFill>
                <a:latin typeface="+mj-lt"/>
              </a:rPr>
              <a:t>----------------------------------------------------------------------------------- 11p </a:t>
            </a:r>
            <a:r>
              <a:rPr lang="ko-KR" altLang="en-US" sz="1600" b="1" dirty="0">
                <a:solidFill>
                  <a:schemeClr val="bg1"/>
                </a:solidFill>
                <a:latin typeface="+mj-lt"/>
              </a:rPr>
              <a:t>심예진</a:t>
            </a:r>
            <a:endParaRPr lang="en-US" altLang="ko-KR" sz="1600" b="1" dirty="0">
              <a:solidFill>
                <a:schemeClr val="bg1"/>
              </a:solidFill>
              <a:latin typeface="+mj-lt"/>
            </a:endParaRPr>
          </a:p>
          <a:p>
            <a:pPr marL="457200" indent="-457200">
              <a:lnSpc>
                <a:spcPct val="175000"/>
              </a:lnSpc>
              <a:buAutoNum type="arabicPeriod"/>
            </a:pPr>
            <a:r>
              <a:rPr lang="en-US" altLang="ko-KR" sz="1600" b="1" dirty="0" err="1">
                <a:solidFill>
                  <a:schemeClr val="bg1"/>
                </a:solidFill>
                <a:latin typeface="+mj-lt"/>
              </a:rPr>
              <a:t>GlobalException</a:t>
            </a:r>
            <a:r>
              <a:rPr lang="en-US" altLang="ko-KR" sz="1600" b="1" dirty="0">
                <a:solidFill>
                  <a:schemeClr val="bg1"/>
                </a:solidFill>
                <a:latin typeface="+mj-lt"/>
              </a:rPr>
              <a:t> </a:t>
            </a:r>
            <a:r>
              <a:rPr lang="ko-KR" altLang="en-US" sz="1600" b="1" dirty="0">
                <a:solidFill>
                  <a:schemeClr val="bg1"/>
                </a:solidFill>
                <a:latin typeface="+mj-lt"/>
              </a:rPr>
              <a:t>구현</a:t>
            </a:r>
            <a:r>
              <a:rPr lang="en-US" altLang="ko-KR" sz="1600" b="1" dirty="0">
                <a:solidFill>
                  <a:schemeClr val="bg1"/>
                </a:solidFill>
                <a:latin typeface="+mj-lt"/>
              </a:rPr>
              <a:t>------------------------------------------------------------------------------------- 12p </a:t>
            </a:r>
            <a:r>
              <a:rPr lang="ko-KR" altLang="en-US" sz="1600" b="1" dirty="0">
                <a:solidFill>
                  <a:schemeClr val="bg1"/>
                </a:solidFill>
                <a:latin typeface="+mj-lt"/>
              </a:rPr>
              <a:t>박준형</a:t>
            </a:r>
            <a:endParaRPr lang="en-US" altLang="ko-KR" sz="1600" b="1" dirty="0">
              <a:solidFill>
                <a:schemeClr val="bg1"/>
              </a:solidFill>
              <a:latin typeface="+mj-lt"/>
            </a:endParaRPr>
          </a:p>
          <a:p>
            <a:pPr marL="457200" indent="-457200">
              <a:lnSpc>
                <a:spcPct val="175000"/>
              </a:lnSpc>
              <a:buAutoNum type="arabicPeriod"/>
            </a:pPr>
            <a:r>
              <a:rPr lang="en-US" altLang="ko-KR" sz="1600" b="1" dirty="0" err="1">
                <a:solidFill>
                  <a:schemeClr val="bg1"/>
                </a:solidFill>
                <a:latin typeface="+mj-lt"/>
              </a:rPr>
              <a:t>Index.jsp</a:t>
            </a:r>
            <a:r>
              <a:rPr lang="en-US" altLang="ko-KR" sz="1600" b="1" dirty="0">
                <a:solidFill>
                  <a:schemeClr val="bg1"/>
                </a:solidFill>
                <a:latin typeface="+mj-lt"/>
              </a:rPr>
              <a:t> </a:t>
            </a:r>
            <a:r>
              <a:rPr lang="ko-KR" altLang="en-US" sz="1600" b="1" dirty="0">
                <a:solidFill>
                  <a:schemeClr val="bg1"/>
                </a:solidFill>
                <a:latin typeface="+mj-lt"/>
              </a:rPr>
              <a:t>상세</a:t>
            </a:r>
            <a:r>
              <a:rPr lang="en-US" altLang="ko-KR" sz="1600" b="1" dirty="0">
                <a:solidFill>
                  <a:schemeClr val="bg1"/>
                </a:solidFill>
                <a:latin typeface="+mj-lt"/>
              </a:rPr>
              <a:t>----------------------------------------------------------------------------------------------13p </a:t>
            </a:r>
            <a:r>
              <a:rPr lang="ko-KR" altLang="en-US" sz="1600" b="1" dirty="0">
                <a:solidFill>
                  <a:schemeClr val="bg1"/>
                </a:solidFill>
                <a:latin typeface="+mj-lt"/>
              </a:rPr>
              <a:t>심예진</a:t>
            </a:r>
            <a:endParaRPr lang="en-US" altLang="ko-KR" sz="1600" b="1" dirty="0">
              <a:solidFill>
                <a:schemeClr val="bg1"/>
              </a:solidFill>
              <a:latin typeface="+mj-lt"/>
            </a:endParaRPr>
          </a:p>
          <a:p>
            <a:pPr marL="457200" indent="-457200">
              <a:lnSpc>
                <a:spcPct val="175000"/>
              </a:lnSpc>
              <a:buAutoNum type="arabicPeriod"/>
            </a:pPr>
            <a:r>
              <a:rPr lang="ko-KR" altLang="en-US" sz="1600" b="1" dirty="0">
                <a:solidFill>
                  <a:schemeClr val="bg1"/>
                </a:solidFill>
                <a:latin typeface="+mj-lt"/>
              </a:rPr>
              <a:t>코드 동작 확인 </a:t>
            </a:r>
            <a:r>
              <a:rPr lang="en-US" altLang="ko-KR" sz="1600" b="1" dirty="0">
                <a:solidFill>
                  <a:schemeClr val="bg1"/>
                </a:solidFill>
                <a:latin typeface="+mj-lt"/>
              </a:rPr>
              <a:t>(</a:t>
            </a:r>
            <a:r>
              <a:rPr lang="ko-KR" altLang="en-US" sz="1600" b="1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altLang="ko-KR" sz="1600" b="1" dirty="0">
                <a:solidFill>
                  <a:schemeClr val="bg1"/>
                </a:solidFill>
                <a:latin typeface="+mj-lt"/>
              </a:rPr>
              <a:t>Console,</a:t>
            </a:r>
            <a:r>
              <a:rPr lang="ko-KR" altLang="en-US" sz="1600" b="1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altLang="ko-KR" sz="1600" b="1" dirty="0">
                <a:solidFill>
                  <a:schemeClr val="bg1"/>
                </a:solidFill>
                <a:latin typeface="+mj-lt"/>
              </a:rPr>
              <a:t>DB </a:t>
            </a:r>
            <a:r>
              <a:rPr lang="ko-KR" altLang="en-US" sz="1600" b="1" dirty="0">
                <a:solidFill>
                  <a:schemeClr val="bg1"/>
                </a:solidFill>
                <a:latin typeface="+mj-lt"/>
              </a:rPr>
              <a:t>저장 확인</a:t>
            </a:r>
            <a:r>
              <a:rPr lang="en-US" altLang="ko-KR" sz="1600" b="1" dirty="0">
                <a:solidFill>
                  <a:schemeClr val="bg1"/>
                </a:solidFill>
                <a:latin typeface="+mj-lt"/>
              </a:rPr>
              <a:t>, Web</a:t>
            </a:r>
            <a:r>
              <a:rPr lang="ko-KR" altLang="en-US" sz="1600" b="1" dirty="0">
                <a:solidFill>
                  <a:schemeClr val="bg1"/>
                </a:solidFill>
                <a:latin typeface="+mj-lt"/>
              </a:rPr>
              <a:t>의 </a:t>
            </a:r>
            <a:r>
              <a:rPr lang="en-US" altLang="ko-KR" sz="1600" b="1" dirty="0">
                <a:solidFill>
                  <a:schemeClr val="bg1"/>
                </a:solidFill>
                <a:latin typeface="+mj-lt"/>
              </a:rPr>
              <a:t>View </a:t>
            </a:r>
            <a:r>
              <a:rPr lang="ko-KR" altLang="en-US" sz="1600" b="1" dirty="0">
                <a:solidFill>
                  <a:schemeClr val="bg1"/>
                </a:solidFill>
                <a:latin typeface="+mj-lt"/>
              </a:rPr>
              <a:t>확인</a:t>
            </a:r>
            <a:r>
              <a:rPr lang="en-US" altLang="ko-KR" sz="1600" b="1" dirty="0">
                <a:solidFill>
                  <a:schemeClr val="bg1"/>
                </a:solidFill>
                <a:latin typeface="+mj-lt"/>
              </a:rPr>
              <a:t>)--------------------------------------------14p – 15p </a:t>
            </a:r>
            <a:r>
              <a:rPr lang="ko-KR" altLang="en-US" sz="1600" b="1" dirty="0" err="1">
                <a:solidFill>
                  <a:schemeClr val="bg1"/>
                </a:solidFill>
                <a:latin typeface="+mj-lt"/>
              </a:rPr>
              <a:t>손보금</a:t>
            </a:r>
            <a:endParaRPr lang="en-US" altLang="ko-KR" sz="1600" b="1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5" name="그림 4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4B4ED27-7257-EC1F-98C4-E6E38551F9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131" y="236265"/>
            <a:ext cx="815249" cy="81524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EC93E1F-B78C-523A-B7A0-7AA31B32F72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1</a:t>
            </a:r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42745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제목 27">
            <a:extLst>
              <a:ext uri="{FF2B5EF4-FFF2-40B4-BE49-F238E27FC236}">
                <a16:creationId xmlns:a16="http://schemas.microsoft.com/office/drawing/2014/main" id="{38D4E522-B15C-4267-02A0-64960C2EB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302020204030204"/>
                <a:ea typeface="맑은 고딕" panose="020B0503020000020004" pitchFamily="50" charset="-127"/>
                <a:cs typeface="+mj-cs"/>
              </a:rPr>
              <a:t>1. </a:t>
            </a:r>
            <a:r>
              <a:rPr lang="en-US" altLang="ko-KR" dirty="0" err="1">
                <a:solidFill>
                  <a:prstClr val="black"/>
                </a:solidFill>
                <a:latin typeface="맑은 고딕" panose="020F0302020204030204"/>
                <a:ea typeface="맑은 고딕" panose="020B0503020000020004" pitchFamily="50" charset="-127"/>
              </a:rPr>
              <a:t>build.gradle</a:t>
            </a:r>
            <a:r>
              <a:rPr lang="en-US" altLang="ko-KR" dirty="0">
                <a:solidFill>
                  <a:prstClr val="black"/>
                </a:solidFill>
                <a:latin typeface="맑은 고딕" panose="020F0302020204030204"/>
                <a:ea typeface="맑은 고딕" panose="020B0503020000020004" pitchFamily="50" charset="-127"/>
              </a:rPr>
              <a:t> </a:t>
            </a:r>
            <a:r>
              <a:rPr lang="ko-KR" altLang="en-US" dirty="0">
                <a:solidFill>
                  <a:prstClr val="black"/>
                </a:solidFill>
                <a:latin typeface="맑은 고딕" panose="020F0302020204030204"/>
                <a:ea typeface="맑은 고딕" panose="020B0503020000020004" pitchFamily="50" charset="-127"/>
              </a:rPr>
              <a:t>의존 주입</a:t>
            </a:r>
            <a:endParaRPr kumimoji="0" lang="ko-KR" alt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302020204030204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5E0C4AB9-2DF5-838A-7831-101C28958028}"/>
              </a:ext>
            </a:extLst>
          </p:cNvPr>
          <p:cNvSpPr txBox="1"/>
          <p:nvPr/>
        </p:nvSpPr>
        <p:spPr>
          <a:xfrm>
            <a:off x="582388" y="925402"/>
            <a:ext cx="11027428" cy="5856476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2</a:t>
            </a:r>
            <a:endParaRPr lang="ko-KR" altLang="en-US" dirty="0">
              <a:solidFill>
                <a:schemeClr val="bg1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CC92C58-D0A2-4455-A0DD-04B4262A88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93" y="1994624"/>
            <a:ext cx="5995708" cy="4174133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3683D71-764E-48CE-8B3F-7D670D1451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9" y="1994624"/>
            <a:ext cx="5960122" cy="3315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13923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제목 27">
            <a:extLst>
              <a:ext uri="{FF2B5EF4-FFF2-40B4-BE49-F238E27FC236}">
                <a16:creationId xmlns:a16="http://schemas.microsoft.com/office/drawing/2014/main" id="{38D4E522-B15C-4267-02A0-64960C2EB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latin typeface="맑은 고딕" panose="020F0302020204030204"/>
                <a:ea typeface="맑은 고딕" panose="020B0503020000020004" pitchFamily="50" charset="-127"/>
              </a:rPr>
              <a:t>2</a:t>
            </a:r>
            <a:r>
              <a:rPr kumimoji="0" lang="en-US" altLang="ko-KR" sz="44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anose="020F0302020204030204"/>
                <a:ea typeface="맑은 고딕" panose="020B0503020000020004" pitchFamily="50" charset="-127"/>
                <a:cs typeface="+mj-cs"/>
              </a:rPr>
              <a:t>. </a:t>
            </a:r>
            <a:r>
              <a:rPr lang="en-US" altLang="ko-KR" sz="4400" i="0" dirty="0" err="1">
                <a:effectLst/>
                <a:latin typeface="-apple-system"/>
              </a:rPr>
              <a:t>DataSourceConfig</a:t>
            </a:r>
            <a:r>
              <a:rPr lang="en-US" altLang="ko-KR" sz="4400" i="0" dirty="0">
                <a:effectLst/>
                <a:latin typeface="-apple-system"/>
              </a:rPr>
              <a:t>, </a:t>
            </a:r>
            <a:r>
              <a:rPr lang="en-US" altLang="ko-KR" sz="4400" i="0" dirty="0" err="1">
                <a:effectLst/>
                <a:latin typeface="-apple-system"/>
              </a:rPr>
              <a:t>TxConfig</a:t>
            </a:r>
            <a:r>
              <a:rPr lang="en-US" altLang="ko-KR" sz="4400" i="0" dirty="0">
                <a:effectLst/>
                <a:latin typeface="-apple-system"/>
              </a:rPr>
              <a:t> </a:t>
            </a:r>
            <a:r>
              <a:rPr lang="ko-KR" altLang="en-US" sz="4400" i="0" dirty="0">
                <a:effectLst/>
                <a:latin typeface="-apple-system"/>
              </a:rPr>
              <a:t>구현</a:t>
            </a:r>
            <a:endParaRPr kumimoji="0" lang="ko-KR" altLang="en-US" sz="44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맑은 고딕" panose="020F0302020204030204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5E0C4AB9-2DF5-838A-7831-101C28958028}"/>
              </a:ext>
            </a:extLst>
          </p:cNvPr>
          <p:cNvSpPr txBox="1"/>
          <p:nvPr/>
        </p:nvSpPr>
        <p:spPr>
          <a:xfrm>
            <a:off x="582388" y="925402"/>
            <a:ext cx="11027428" cy="5856476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3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67D4B2B-6B25-44EF-9979-FEC9E94A82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7603" y="1579270"/>
            <a:ext cx="8449854" cy="5113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03443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제목 27">
            <a:extLst>
              <a:ext uri="{FF2B5EF4-FFF2-40B4-BE49-F238E27FC236}">
                <a16:creationId xmlns:a16="http://schemas.microsoft.com/office/drawing/2014/main" id="{38D4E522-B15C-4267-02A0-64960C2EB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latin typeface="맑은 고딕" panose="020F0302020204030204"/>
                <a:ea typeface="맑은 고딕" panose="020B0503020000020004" pitchFamily="50" charset="-127"/>
              </a:rPr>
              <a:t>2</a:t>
            </a:r>
            <a:r>
              <a:rPr kumimoji="0" lang="en-US" altLang="ko-KR" sz="44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anose="020F0302020204030204"/>
                <a:ea typeface="맑은 고딕" panose="020B0503020000020004" pitchFamily="50" charset="-127"/>
                <a:cs typeface="+mj-cs"/>
              </a:rPr>
              <a:t>. </a:t>
            </a:r>
            <a:r>
              <a:rPr lang="en-US" altLang="ko-KR" sz="4400" i="0" dirty="0" err="1">
                <a:effectLst/>
                <a:latin typeface="-apple-system"/>
              </a:rPr>
              <a:t>DataSourceConfig</a:t>
            </a:r>
            <a:r>
              <a:rPr lang="en-US" altLang="ko-KR" sz="4400" i="0" dirty="0">
                <a:effectLst/>
                <a:latin typeface="-apple-system"/>
              </a:rPr>
              <a:t>, </a:t>
            </a:r>
            <a:r>
              <a:rPr lang="en-US" altLang="ko-KR" sz="4400" i="0" dirty="0" err="1">
                <a:effectLst/>
                <a:latin typeface="-apple-system"/>
              </a:rPr>
              <a:t>TxConfig</a:t>
            </a:r>
            <a:r>
              <a:rPr lang="en-US" altLang="ko-KR" sz="4400" i="0" dirty="0">
                <a:effectLst/>
                <a:latin typeface="-apple-system"/>
              </a:rPr>
              <a:t> </a:t>
            </a:r>
            <a:r>
              <a:rPr lang="ko-KR" altLang="en-US" sz="4400" i="0" dirty="0">
                <a:effectLst/>
                <a:latin typeface="-apple-system"/>
              </a:rPr>
              <a:t>구현</a:t>
            </a:r>
            <a:endParaRPr kumimoji="0" lang="ko-KR" altLang="en-US" sz="44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맑은 고딕" panose="020F0302020204030204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5E0C4AB9-2DF5-838A-7831-101C28958028}"/>
              </a:ext>
            </a:extLst>
          </p:cNvPr>
          <p:cNvSpPr txBox="1"/>
          <p:nvPr/>
        </p:nvSpPr>
        <p:spPr>
          <a:xfrm>
            <a:off x="582388" y="925402"/>
            <a:ext cx="11027428" cy="5856476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4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F517AAB-876A-4311-A2E6-A15779C5AF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650" y="1499689"/>
            <a:ext cx="10564699" cy="5259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0632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제목 27">
            <a:extLst>
              <a:ext uri="{FF2B5EF4-FFF2-40B4-BE49-F238E27FC236}">
                <a16:creationId xmlns:a16="http://schemas.microsoft.com/office/drawing/2014/main" id="{38D4E522-B15C-4267-02A0-64960C2EB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4400" dirty="0"/>
              <a:t>3. </a:t>
            </a:r>
            <a:r>
              <a:rPr lang="en-US" altLang="ko-KR" sz="4400" dirty="0" err="1"/>
              <a:t>MemoController</a:t>
            </a:r>
            <a:r>
              <a:rPr lang="ko-KR" altLang="en-US" sz="4400" dirty="0"/>
              <a:t> 구현</a:t>
            </a:r>
            <a:endParaRPr kumimoji="0" lang="ko-KR" altLang="en-US" sz="44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맑은 고딕" panose="020F0302020204030204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5E0C4AB9-2DF5-838A-7831-101C28958028}"/>
              </a:ext>
            </a:extLst>
          </p:cNvPr>
          <p:cNvSpPr txBox="1"/>
          <p:nvPr/>
        </p:nvSpPr>
        <p:spPr>
          <a:xfrm>
            <a:off x="582388" y="925402"/>
            <a:ext cx="11027428" cy="5856476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5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F2F63FA-396D-414C-A915-1CDA3B79C9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6467" y="1690688"/>
            <a:ext cx="7259063" cy="4629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14878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제목 27">
            <a:extLst>
              <a:ext uri="{FF2B5EF4-FFF2-40B4-BE49-F238E27FC236}">
                <a16:creationId xmlns:a16="http://schemas.microsoft.com/office/drawing/2014/main" id="{38D4E522-B15C-4267-02A0-64960C2EB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4400" dirty="0"/>
              <a:t>3. </a:t>
            </a:r>
            <a:r>
              <a:rPr lang="en-US" altLang="ko-KR" sz="4400" dirty="0" err="1"/>
              <a:t>MemoController</a:t>
            </a:r>
            <a:r>
              <a:rPr lang="ko-KR" altLang="en-US" sz="4400" dirty="0"/>
              <a:t> 구현</a:t>
            </a:r>
            <a:endParaRPr kumimoji="0" lang="ko-KR" altLang="en-US" sz="44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맑은 고딕" panose="020F0302020204030204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5E0C4AB9-2DF5-838A-7831-101C28958028}"/>
              </a:ext>
            </a:extLst>
          </p:cNvPr>
          <p:cNvSpPr txBox="1"/>
          <p:nvPr/>
        </p:nvSpPr>
        <p:spPr>
          <a:xfrm>
            <a:off x="582388" y="925402"/>
            <a:ext cx="11027428" cy="5856476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6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7B9AF6B-9F48-41DC-8A00-F489E69665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2787" y="1453881"/>
            <a:ext cx="8859486" cy="3904927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D5259129-EF31-4A55-8849-E250742979C7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304"/>
          <a:stretch/>
        </p:blipFill>
        <p:spPr>
          <a:xfrm>
            <a:off x="1842786" y="5364704"/>
            <a:ext cx="8859487" cy="1446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51037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제목 27">
            <a:extLst>
              <a:ext uri="{FF2B5EF4-FFF2-40B4-BE49-F238E27FC236}">
                <a16:creationId xmlns:a16="http://schemas.microsoft.com/office/drawing/2014/main" id="{38D4E522-B15C-4267-02A0-64960C2EB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4400" dirty="0"/>
              <a:t>4. </a:t>
            </a:r>
            <a:r>
              <a:rPr lang="en-US" altLang="ko-KR" sz="4400" dirty="0" err="1"/>
              <a:t>MemoService</a:t>
            </a:r>
            <a:r>
              <a:rPr lang="en-US" altLang="ko-KR" sz="4400" dirty="0"/>
              <a:t> </a:t>
            </a:r>
            <a:r>
              <a:rPr lang="en-US" altLang="ko-KR" sz="4400" dirty="0" err="1"/>
              <a:t>MemoServiceImpl</a:t>
            </a:r>
            <a:r>
              <a:rPr lang="en-US" altLang="ko-KR" sz="4400" dirty="0"/>
              <a:t> </a:t>
            </a:r>
            <a:r>
              <a:rPr lang="ko-KR" altLang="en-US" sz="4400" dirty="0"/>
              <a:t>구현</a:t>
            </a:r>
            <a:endParaRPr kumimoji="0" lang="ko-KR" altLang="en-US" sz="44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맑은 고딕" panose="020F0302020204030204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5E0C4AB9-2DF5-838A-7831-101C28958028}"/>
              </a:ext>
            </a:extLst>
          </p:cNvPr>
          <p:cNvSpPr txBox="1"/>
          <p:nvPr/>
        </p:nvSpPr>
        <p:spPr>
          <a:xfrm>
            <a:off x="582388" y="925402"/>
            <a:ext cx="11027428" cy="5856476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7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876C74B-5D08-4E8D-A65C-4733D0E8A4A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8096" t="3376" r="20940" b="57921"/>
          <a:stretch/>
        </p:blipFill>
        <p:spPr>
          <a:xfrm>
            <a:off x="838200" y="2141312"/>
            <a:ext cx="10515600" cy="3755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30959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제목 27">
            <a:extLst>
              <a:ext uri="{FF2B5EF4-FFF2-40B4-BE49-F238E27FC236}">
                <a16:creationId xmlns:a16="http://schemas.microsoft.com/office/drawing/2014/main" id="{38D4E522-B15C-4267-02A0-64960C2EB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4400" dirty="0"/>
              <a:t>4. </a:t>
            </a:r>
            <a:r>
              <a:rPr lang="en-US" altLang="ko-KR" sz="4400" dirty="0" err="1"/>
              <a:t>MemoService</a:t>
            </a:r>
            <a:r>
              <a:rPr lang="en-US" altLang="ko-KR" sz="4400" dirty="0"/>
              <a:t> </a:t>
            </a:r>
            <a:r>
              <a:rPr lang="en-US" altLang="ko-KR" sz="4400" dirty="0" err="1"/>
              <a:t>MemoServiceImpl</a:t>
            </a:r>
            <a:r>
              <a:rPr lang="en-US" altLang="ko-KR" sz="4400" dirty="0"/>
              <a:t> </a:t>
            </a:r>
            <a:r>
              <a:rPr lang="ko-KR" altLang="en-US" sz="4400" dirty="0"/>
              <a:t>구현</a:t>
            </a:r>
            <a:endParaRPr kumimoji="0" lang="ko-KR" altLang="en-US" sz="44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맑은 고딕" panose="020F0302020204030204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5E0C4AB9-2DF5-838A-7831-101C28958028}"/>
              </a:ext>
            </a:extLst>
          </p:cNvPr>
          <p:cNvSpPr txBox="1"/>
          <p:nvPr/>
        </p:nvSpPr>
        <p:spPr>
          <a:xfrm>
            <a:off x="582388" y="925402"/>
            <a:ext cx="11027428" cy="5856476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8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F1799FE-1A98-4C8C-9325-15A18E730FC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750" t="4654" r="56307" b="53616"/>
          <a:stretch/>
        </p:blipFill>
        <p:spPr>
          <a:xfrm>
            <a:off x="246566" y="2027835"/>
            <a:ext cx="5133933" cy="4024626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BFBEB8E8-9BA2-4FA0-B6A3-171D44A0E13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750" t="46050" r="38968" b="11227"/>
          <a:stretch/>
        </p:blipFill>
        <p:spPr>
          <a:xfrm>
            <a:off x="5406949" y="2736922"/>
            <a:ext cx="6523450" cy="3315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85711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제목 27">
            <a:extLst>
              <a:ext uri="{FF2B5EF4-FFF2-40B4-BE49-F238E27FC236}">
                <a16:creationId xmlns:a16="http://schemas.microsoft.com/office/drawing/2014/main" id="{38D4E522-B15C-4267-02A0-64960C2EB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4400" dirty="0"/>
              <a:t>5. DB</a:t>
            </a:r>
            <a:r>
              <a:rPr lang="ko-KR" altLang="en-US" sz="4400" dirty="0"/>
              <a:t> </a:t>
            </a:r>
            <a:r>
              <a:rPr lang="en-US" altLang="ko-KR" sz="4400" dirty="0"/>
              <a:t>Memo</a:t>
            </a:r>
            <a:r>
              <a:rPr lang="ko-KR" altLang="en-US" sz="4400" dirty="0"/>
              <a:t>테이블</a:t>
            </a:r>
            <a:r>
              <a:rPr lang="en-US" altLang="ko-KR" sz="4400" dirty="0"/>
              <a:t>, </a:t>
            </a:r>
            <a:r>
              <a:rPr lang="en-US" altLang="ko-KR" sz="4400" dirty="0" err="1"/>
              <a:t>MemoDto</a:t>
            </a:r>
            <a:r>
              <a:rPr lang="en-US" altLang="ko-KR" sz="4400" dirty="0"/>
              <a:t> </a:t>
            </a:r>
            <a:r>
              <a:rPr lang="ko-KR" altLang="en-US" sz="4400" dirty="0"/>
              <a:t>구현</a:t>
            </a:r>
            <a:endParaRPr kumimoji="0" lang="ko-KR" altLang="en-US" sz="44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맑은 고딕" panose="020F0302020204030204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5E0C4AB9-2DF5-838A-7831-101C28958028}"/>
              </a:ext>
            </a:extLst>
          </p:cNvPr>
          <p:cNvSpPr txBox="1"/>
          <p:nvPr/>
        </p:nvSpPr>
        <p:spPr>
          <a:xfrm>
            <a:off x="582388" y="925402"/>
            <a:ext cx="11027428" cy="5856476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9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0CC1799-A7C8-49D7-B76F-A66F2A9937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9939" y="1579555"/>
            <a:ext cx="9812119" cy="5046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51674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제목 27">
            <a:extLst>
              <a:ext uri="{FF2B5EF4-FFF2-40B4-BE49-F238E27FC236}">
                <a16:creationId xmlns:a16="http://schemas.microsoft.com/office/drawing/2014/main" id="{38D4E522-B15C-4267-02A0-64960C2EB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4400" dirty="0"/>
              <a:t>5. DB</a:t>
            </a:r>
            <a:r>
              <a:rPr lang="ko-KR" altLang="en-US" sz="4400" dirty="0"/>
              <a:t> </a:t>
            </a:r>
            <a:r>
              <a:rPr lang="en-US" altLang="ko-KR" sz="4400" dirty="0"/>
              <a:t>Memo</a:t>
            </a:r>
            <a:r>
              <a:rPr lang="ko-KR" altLang="en-US" sz="4400" dirty="0"/>
              <a:t>테이블</a:t>
            </a:r>
            <a:r>
              <a:rPr lang="en-US" altLang="ko-KR" sz="4400" dirty="0"/>
              <a:t>, </a:t>
            </a:r>
            <a:r>
              <a:rPr lang="en-US" altLang="ko-KR" sz="4400" dirty="0" err="1"/>
              <a:t>MemoDto</a:t>
            </a:r>
            <a:r>
              <a:rPr lang="en-US" altLang="ko-KR" sz="4400" dirty="0"/>
              <a:t> </a:t>
            </a:r>
            <a:r>
              <a:rPr lang="ko-KR" altLang="en-US" sz="4400" dirty="0"/>
              <a:t>구현</a:t>
            </a:r>
            <a:endParaRPr kumimoji="0" lang="ko-KR" altLang="en-US" sz="44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맑은 고딕" panose="020F0302020204030204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5E0C4AB9-2DF5-838A-7831-101C28958028}"/>
              </a:ext>
            </a:extLst>
          </p:cNvPr>
          <p:cNvSpPr txBox="1"/>
          <p:nvPr/>
        </p:nvSpPr>
        <p:spPr>
          <a:xfrm>
            <a:off x="582388" y="925402"/>
            <a:ext cx="11027428" cy="5856476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10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AC5D3C5-0E47-4251-9533-7DA90C3D3C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0017" y="1453882"/>
            <a:ext cx="6879164" cy="5327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91070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제목 27">
            <a:extLst>
              <a:ext uri="{FF2B5EF4-FFF2-40B4-BE49-F238E27FC236}">
                <a16:creationId xmlns:a16="http://schemas.microsoft.com/office/drawing/2014/main" id="{38D4E522-B15C-4267-02A0-64960C2EB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4400" dirty="0"/>
              <a:t>6. </a:t>
            </a:r>
            <a:r>
              <a:rPr lang="en-US" altLang="ko-KR" sz="4400" dirty="0" err="1"/>
              <a:t>MemoRespository</a:t>
            </a:r>
            <a:r>
              <a:rPr lang="ko-KR" altLang="en-US" sz="4400" dirty="0"/>
              <a:t> 구현</a:t>
            </a:r>
            <a:endParaRPr kumimoji="0" lang="ko-KR" altLang="en-US" sz="44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맑은 고딕" panose="020F0302020204030204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5E0C4AB9-2DF5-838A-7831-101C28958028}"/>
              </a:ext>
            </a:extLst>
          </p:cNvPr>
          <p:cNvSpPr txBox="1"/>
          <p:nvPr/>
        </p:nvSpPr>
        <p:spPr>
          <a:xfrm>
            <a:off x="582388" y="925402"/>
            <a:ext cx="11027428" cy="5856476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11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BB19E3A-E8A7-4623-BF6A-D795184645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4702" y="2055812"/>
            <a:ext cx="9802593" cy="4029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90191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제목 27">
            <a:extLst>
              <a:ext uri="{FF2B5EF4-FFF2-40B4-BE49-F238E27FC236}">
                <a16:creationId xmlns:a16="http://schemas.microsoft.com/office/drawing/2014/main" id="{38D4E522-B15C-4267-02A0-64960C2EB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4400" dirty="0"/>
              <a:t>7. </a:t>
            </a:r>
            <a:r>
              <a:rPr lang="en-US" altLang="ko-KR" sz="4400" dirty="0" err="1"/>
              <a:t>GlobalException</a:t>
            </a:r>
            <a:r>
              <a:rPr lang="en-US" altLang="ko-KR" sz="4400" dirty="0"/>
              <a:t> </a:t>
            </a:r>
            <a:r>
              <a:rPr lang="ko-KR" altLang="en-US" sz="4400" dirty="0"/>
              <a:t>구현</a:t>
            </a:r>
            <a:endParaRPr kumimoji="0" lang="ko-KR" altLang="en-US" sz="44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맑은 고딕" panose="020F0302020204030204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5E0C4AB9-2DF5-838A-7831-101C28958028}"/>
              </a:ext>
            </a:extLst>
          </p:cNvPr>
          <p:cNvSpPr txBox="1"/>
          <p:nvPr/>
        </p:nvSpPr>
        <p:spPr>
          <a:xfrm>
            <a:off x="582388" y="925402"/>
            <a:ext cx="11027428" cy="5856476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12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8B81794-7DDA-4EFF-AC74-DEE1B593C1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233" y="1690688"/>
            <a:ext cx="9802593" cy="4601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4197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제목 27">
            <a:extLst>
              <a:ext uri="{FF2B5EF4-FFF2-40B4-BE49-F238E27FC236}">
                <a16:creationId xmlns:a16="http://schemas.microsoft.com/office/drawing/2014/main" id="{38D4E522-B15C-4267-02A0-64960C2EB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8</a:t>
            </a:r>
            <a:r>
              <a:rPr lang="en-US" altLang="ko-KR" sz="4400" dirty="0"/>
              <a:t>. </a:t>
            </a:r>
            <a:r>
              <a:rPr lang="en-US" altLang="ko-KR" sz="4400" dirty="0" err="1"/>
              <a:t>Index.jsp</a:t>
            </a:r>
            <a:r>
              <a:rPr lang="en-US" altLang="ko-KR" sz="4400" dirty="0"/>
              <a:t> </a:t>
            </a:r>
            <a:r>
              <a:rPr lang="ko-KR" altLang="en-US" sz="4400" dirty="0"/>
              <a:t>상세</a:t>
            </a:r>
            <a:r>
              <a:rPr lang="en-US" altLang="ko-KR" sz="4400" dirty="0"/>
              <a:t> </a:t>
            </a:r>
            <a:endParaRPr kumimoji="0" lang="ko-KR" altLang="en-US" sz="44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맑은 고딕" panose="020F0302020204030204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5E0C4AB9-2DF5-838A-7831-101C28958028}"/>
              </a:ext>
            </a:extLst>
          </p:cNvPr>
          <p:cNvSpPr txBox="1"/>
          <p:nvPr/>
        </p:nvSpPr>
        <p:spPr>
          <a:xfrm>
            <a:off x="582388" y="925402"/>
            <a:ext cx="11027428" cy="5856476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13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A0417D7-55C4-461E-9AF4-A5A987DBEE1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8165" t="4305" r="40757" b="46667"/>
          <a:stretch/>
        </p:blipFill>
        <p:spPr>
          <a:xfrm>
            <a:off x="2361501" y="1612071"/>
            <a:ext cx="7468998" cy="5014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96003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제목 27">
            <a:extLst>
              <a:ext uri="{FF2B5EF4-FFF2-40B4-BE49-F238E27FC236}">
                <a16:creationId xmlns:a16="http://schemas.microsoft.com/office/drawing/2014/main" id="{38D4E522-B15C-4267-02A0-64960C2EB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800" dirty="0">
                <a:latin typeface="맑은 고딕" panose="020F0302020204030204"/>
                <a:ea typeface="맑은 고딕" panose="020B0503020000020004" pitchFamily="50" charset="-127"/>
              </a:rPr>
              <a:t>9. </a:t>
            </a:r>
            <a:r>
              <a:rPr lang="ko-KR" altLang="en-US" sz="2800" dirty="0">
                <a:latin typeface="맑은 고딕" panose="020F0302020204030204"/>
                <a:ea typeface="맑은 고딕" panose="020B0503020000020004" pitchFamily="50" charset="-127"/>
              </a:rPr>
              <a:t>코드 동작 확인</a:t>
            </a:r>
            <a:r>
              <a:rPr lang="en-US" altLang="ko-KR" sz="2800" dirty="0">
                <a:latin typeface="+mj-lt"/>
              </a:rPr>
              <a:t> (Console,</a:t>
            </a:r>
            <a:r>
              <a:rPr lang="ko-KR" altLang="en-US" sz="2800" dirty="0">
                <a:latin typeface="+mj-lt"/>
              </a:rPr>
              <a:t> </a:t>
            </a:r>
            <a:r>
              <a:rPr lang="en-US" altLang="ko-KR" sz="2800" dirty="0">
                <a:latin typeface="+mj-lt"/>
              </a:rPr>
              <a:t>DB </a:t>
            </a:r>
            <a:r>
              <a:rPr lang="ko-KR" altLang="en-US" sz="2800" dirty="0">
                <a:latin typeface="+mj-lt"/>
              </a:rPr>
              <a:t>저장 확인</a:t>
            </a:r>
            <a:r>
              <a:rPr lang="en-US" altLang="ko-KR" sz="2800" dirty="0">
                <a:latin typeface="+mj-lt"/>
              </a:rPr>
              <a:t>, Web</a:t>
            </a:r>
            <a:r>
              <a:rPr lang="ko-KR" altLang="en-US" sz="2800" dirty="0">
                <a:latin typeface="+mj-lt"/>
              </a:rPr>
              <a:t>의 </a:t>
            </a:r>
            <a:r>
              <a:rPr lang="en-US" altLang="ko-KR" sz="2800" dirty="0">
                <a:latin typeface="+mj-lt"/>
              </a:rPr>
              <a:t>View </a:t>
            </a:r>
            <a:r>
              <a:rPr lang="ko-KR" altLang="en-US" sz="2800" dirty="0">
                <a:latin typeface="+mj-lt"/>
              </a:rPr>
              <a:t>확인</a:t>
            </a:r>
            <a:r>
              <a:rPr lang="en-US" altLang="ko-KR" sz="2800" dirty="0">
                <a:latin typeface="+mj-lt"/>
              </a:rPr>
              <a:t>)</a:t>
            </a:r>
            <a:endParaRPr kumimoji="0" lang="ko-KR" altLang="en-US" sz="28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맑은 고딕" panose="020F0302020204030204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5E0C4AB9-2DF5-838A-7831-101C28958028}"/>
              </a:ext>
            </a:extLst>
          </p:cNvPr>
          <p:cNvSpPr txBox="1"/>
          <p:nvPr/>
        </p:nvSpPr>
        <p:spPr>
          <a:xfrm>
            <a:off x="582388" y="925402"/>
            <a:ext cx="11027428" cy="5856476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14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41CBC93-EA7D-41D8-964B-BDD4842DA7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09721"/>
            <a:ext cx="4505954" cy="2524477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2DAF8D81-79AE-4C0A-A4B9-C264B547F94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4179669"/>
            <a:ext cx="4515454" cy="2524478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E34C346A-ADCC-4122-AA09-1C16B2B7291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0526" y="1609344"/>
            <a:ext cx="3572374" cy="1943371"/>
          </a:xfrm>
          <a:prstGeom prst="rect">
            <a:avLst/>
          </a:prstGeom>
          <a:ln w="28575">
            <a:solidFill>
              <a:schemeClr val="accent4"/>
            </a:solidFill>
          </a:ln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9AF8F615-59D2-4207-AEE8-E73924BBAE4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2847" y="5063613"/>
            <a:ext cx="6036622" cy="1325996"/>
          </a:xfrm>
          <a:prstGeom prst="rect">
            <a:avLst/>
          </a:prstGeom>
          <a:ln w="28575">
            <a:solidFill>
              <a:schemeClr val="accent4"/>
            </a:solidFill>
          </a:ln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226BB8A2-3CE2-408D-8D9C-93AD828C2006}"/>
              </a:ext>
            </a:extLst>
          </p:cNvPr>
          <p:cNvSpPr/>
          <p:nvPr/>
        </p:nvSpPr>
        <p:spPr>
          <a:xfrm>
            <a:off x="758815" y="1499689"/>
            <a:ext cx="4732913" cy="5282188"/>
          </a:xfrm>
          <a:prstGeom prst="rect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0" name="연결선: 꺾임 19">
            <a:extLst>
              <a:ext uri="{FF2B5EF4-FFF2-40B4-BE49-F238E27FC236}">
                <a16:creationId xmlns:a16="http://schemas.microsoft.com/office/drawing/2014/main" id="{21DA3C05-6F1C-4BFC-A96D-02AC5EC917F7}"/>
              </a:ext>
            </a:extLst>
          </p:cNvPr>
          <p:cNvCxnSpPr>
            <a:cxnSpLocks/>
            <a:stCxn id="18" idx="3"/>
            <a:endCxn id="12" idx="2"/>
          </p:cNvCxnSpPr>
          <p:nvPr/>
        </p:nvCxnSpPr>
        <p:spPr>
          <a:xfrm flipV="1">
            <a:off x="5491728" y="3552715"/>
            <a:ext cx="4494985" cy="588068"/>
          </a:xfrm>
          <a:prstGeom prst="bentConnector2">
            <a:avLst/>
          </a:prstGeom>
          <a:ln w="28575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연결선: 꺾임 24">
            <a:extLst>
              <a:ext uri="{FF2B5EF4-FFF2-40B4-BE49-F238E27FC236}">
                <a16:creationId xmlns:a16="http://schemas.microsoft.com/office/drawing/2014/main" id="{06DF2EA1-5443-4C88-BC7E-651595DC9B66}"/>
              </a:ext>
            </a:extLst>
          </p:cNvPr>
          <p:cNvCxnSpPr>
            <a:cxnSpLocks/>
            <a:stCxn id="12" idx="3"/>
            <a:endCxn id="17" idx="0"/>
          </p:cNvCxnSpPr>
          <p:nvPr/>
        </p:nvCxnSpPr>
        <p:spPr>
          <a:xfrm flipH="1">
            <a:off x="8781158" y="2581030"/>
            <a:ext cx="2991742" cy="2482583"/>
          </a:xfrm>
          <a:prstGeom prst="bentConnector4">
            <a:avLst>
              <a:gd name="adj1" fmla="val -7641"/>
              <a:gd name="adj2" fmla="val 69570"/>
            </a:avLst>
          </a:prstGeom>
          <a:ln w="28575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6AAED975-CA93-4977-8302-A62276ECE3BF}"/>
              </a:ext>
            </a:extLst>
          </p:cNvPr>
          <p:cNvSpPr txBox="1"/>
          <p:nvPr/>
        </p:nvSpPr>
        <p:spPr>
          <a:xfrm>
            <a:off x="5762847" y="1690688"/>
            <a:ext cx="2181663" cy="2062103"/>
          </a:xfrm>
          <a:prstGeom prst="rect">
            <a:avLst/>
          </a:prstGeom>
          <a:noFill/>
          <a:ln w="28575"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sz="1600" b="1" dirty="0">
                <a:solidFill>
                  <a:schemeClr val="bg1"/>
                </a:solidFill>
              </a:rPr>
              <a:t>Text</a:t>
            </a:r>
            <a:r>
              <a:rPr lang="ko-KR" altLang="en-US" sz="1600" b="1" dirty="0">
                <a:solidFill>
                  <a:schemeClr val="bg1"/>
                </a:solidFill>
              </a:rPr>
              <a:t>와 </a:t>
            </a:r>
            <a:r>
              <a:rPr lang="en-US" altLang="ko-KR" sz="1600" b="1" dirty="0">
                <a:solidFill>
                  <a:schemeClr val="bg1"/>
                </a:solidFill>
              </a:rPr>
              <a:t>writer</a:t>
            </a:r>
            <a:r>
              <a:rPr lang="ko-KR" altLang="en-US" sz="1600" b="1" dirty="0">
                <a:solidFill>
                  <a:schemeClr val="bg1"/>
                </a:solidFill>
              </a:rPr>
              <a:t>를 적절히 입력</a:t>
            </a:r>
            <a:endParaRPr lang="en-US" altLang="ko-KR" sz="1600" b="1" dirty="0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r>
              <a:rPr lang="ko-KR" altLang="en-US" sz="1600" b="1" dirty="0">
                <a:solidFill>
                  <a:schemeClr val="bg1"/>
                </a:solidFill>
              </a:rPr>
              <a:t>메모등록이 완료된 </a:t>
            </a:r>
            <a:r>
              <a:rPr lang="en-US" altLang="ko-KR" sz="1600" b="1" dirty="0">
                <a:solidFill>
                  <a:schemeClr val="bg1"/>
                </a:solidFill>
              </a:rPr>
              <a:t>view</a:t>
            </a:r>
            <a:r>
              <a:rPr lang="ko-KR" altLang="en-US" sz="1600" b="1" dirty="0">
                <a:solidFill>
                  <a:schemeClr val="bg1"/>
                </a:solidFill>
              </a:rPr>
              <a:t>페이지를 띄움</a:t>
            </a:r>
            <a:r>
              <a:rPr lang="en-US" altLang="ko-KR" sz="1600" b="1" dirty="0">
                <a:solidFill>
                  <a:schemeClr val="bg1"/>
                </a:solidFill>
              </a:rPr>
              <a:t>.</a:t>
            </a:r>
          </a:p>
          <a:p>
            <a:pPr marL="342900" indent="-342900">
              <a:buAutoNum type="arabicPeriod"/>
            </a:pPr>
            <a:r>
              <a:rPr lang="en-US" altLang="ko-KR" sz="1600" b="1" dirty="0">
                <a:solidFill>
                  <a:schemeClr val="bg1"/>
                </a:solidFill>
              </a:rPr>
              <a:t>DB</a:t>
            </a:r>
            <a:r>
              <a:rPr lang="ko-KR" altLang="en-US" sz="1600" b="1" dirty="0">
                <a:solidFill>
                  <a:schemeClr val="bg1"/>
                </a:solidFill>
              </a:rPr>
              <a:t>에서 입력된 내용이 저장되었는지 확인</a:t>
            </a:r>
            <a:r>
              <a:rPr lang="en-US" altLang="ko-KR" sz="1600" b="1" dirty="0">
                <a:solidFill>
                  <a:schemeClr val="bg1"/>
                </a:solidFill>
              </a:rPr>
              <a:t>!!!</a:t>
            </a:r>
            <a:endParaRPr lang="ko-KR" altLang="en-US" sz="1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90689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제목 27">
            <a:extLst>
              <a:ext uri="{FF2B5EF4-FFF2-40B4-BE49-F238E27FC236}">
                <a16:creationId xmlns:a16="http://schemas.microsoft.com/office/drawing/2014/main" id="{38D4E522-B15C-4267-02A0-64960C2EB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800" dirty="0">
                <a:latin typeface="맑은 고딕" panose="020F0302020204030204"/>
                <a:ea typeface="맑은 고딕" panose="020B0503020000020004" pitchFamily="50" charset="-127"/>
              </a:rPr>
              <a:t>9. </a:t>
            </a:r>
            <a:r>
              <a:rPr lang="ko-KR" altLang="en-US" sz="2800" dirty="0">
                <a:latin typeface="맑은 고딕" panose="020F0302020204030204"/>
                <a:ea typeface="맑은 고딕" panose="020B0503020000020004" pitchFamily="50" charset="-127"/>
              </a:rPr>
              <a:t>코드 동작 확인</a:t>
            </a:r>
            <a:r>
              <a:rPr lang="en-US" altLang="ko-KR" sz="2800" dirty="0">
                <a:latin typeface="+mj-lt"/>
              </a:rPr>
              <a:t> (Console,</a:t>
            </a:r>
            <a:r>
              <a:rPr lang="ko-KR" altLang="en-US" sz="2800" dirty="0">
                <a:latin typeface="+mj-lt"/>
              </a:rPr>
              <a:t> </a:t>
            </a:r>
            <a:r>
              <a:rPr lang="en-US" altLang="ko-KR" sz="2800" dirty="0">
                <a:latin typeface="+mj-lt"/>
              </a:rPr>
              <a:t>DB </a:t>
            </a:r>
            <a:r>
              <a:rPr lang="ko-KR" altLang="en-US" sz="2800" dirty="0">
                <a:latin typeface="+mj-lt"/>
              </a:rPr>
              <a:t>저장 확인</a:t>
            </a:r>
            <a:r>
              <a:rPr lang="en-US" altLang="ko-KR" sz="2800" dirty="0">
                <a:latin typeface="+mj-lt"/>
              </a:rPr>
              <a:t>, Web</a:t>
            </a:r>
            <a:r>
              <a:rPr lang="ko-KR" altLang="en-US" sz="2800" dirty="0">
                <a:latin typeface="+mj-lt"/>
              </a:rPr>
              <a:t>의 </a:t>
            </a:r>
            <a:r>
              <a:rPr lang="en-US" altLang="ko-KR" sz="2800" dirty="0">
                <a:latin typeface="+mj-lt"/>
              </a:rPr>
              <a:t>View </a:t>
            </a:r>
            <a:r>
              <a:rPr lang="ko-KR" altLang="en-US" sz="2800" dirty="0">
                <a:latin typeface="+mj-lt"/>
              </a:rPr>
              <a:t>확인</a:t>
            </a:r>
            <a:r>
              <a:rPr lang="en-US" altLang="ko-KR" sz="2800" dirty="0">
                <a:latin typeface="+mj-lt"/>
              </a:rPr>
              <a:t>)</a:t>
            </a:r>
            <a:endParaRPr kumimoji="0" lang="ko-KR" altLang="en-US" sz="28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맑은 고딕" panose="020F0302020204030204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5E0C4AB9-2DF5-838A-7831-101C28958028}"/>
              </a:ext>
            </a:extLst>
          </p:cNvPr>
          <p:cNvSpPr txBox="1"/>
          <p:nvPr/>
        </p:nvSpPr>
        <p:spPr>
          <a:xfrm>
            <a:off x="582388" y="925402"/>
            <a:ext cx="11027428" cy="5856476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15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B447A77-8B79-4837-A531-5646BCED40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214393"/>
            <a:ext cx="4020111" cy="2429214"/>
          </a:xfrm>
          <a:prstGeom prst="rect">
            <a:avLst/>
          </a:prstGeom>
          <a:ln w="28575">
            <a:solidFill>
              <a:schemeClr val="accent4"/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A525886A-87EB-4ED7-8BA8-AA1405C571C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5470339"/>
            <a:ext cx="10675619" cy="808115"/>
          </a:xfrm>
          <a:prstGeom prst="rect">
            <a:avLst/>
          </a:prstGeom>
          <a:ln w="28575">
            <a:solidFill>
              <a:schemeClr val="accent4"/>
            </a:solidFill>
          </a:ln>
        </p:spPr>
      </p:pic>
      <p:cxnSp>
        <p:nvCxnSpPr>
          <p:cNvPr id="12" name="연결선: 꺾임 11">
            <a:extLst>
              <a:ext uri="{FF2B5EF4-FFF2-40B4-BE49-F238E27FC236}">
                <a16:creationId xmlns:a16="http://schemas.microsoft.com/office/drawing/2014/main" id="{02C2CEE3-8F7F-481D-A3D3-3D07F2345C89}"/>
              </a:ext>
            </a:extLst>
          </p:cNvPr>
          <p:cNvCxnSpPr>
            <a:cxnSpLocks/>
            <a:stCxn id="4" idx="2"/>
            <a:endCxn id="6" idx="0"/>
          </p:cNvCxnSpPr>
          <p:nvPr/>
        </p:nvCxnSpPr>
        <p:spPr>
          <a:xfrm rot="16200000" flipH="1">
            <a:off x="4098767" y="3393096"/>
            <a:ext cx="826732" cy="3327754"/>
          </a:xfrm>
          <a:prstGeom prst="bentConnector3">
            <a:avLst>
              <a:gd name="adj1" fmla="val 50000"/>
            </a:avLst>
          </a:prstGeom>
          <a:ln w="28575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25198079-1A15-41B5-88BD-A71CC3352862}"/>
              </a:ext>
            </a:extLst>
          </p:cNvPr>
          <p:cNvSpPr txBox="1"/>
          <p:nvPr/>
        </p:nvSpPr>
        <p:spPr>
          <a:xfrm>
            <a:off x="7049386" y="2220008"/>
            <a:ext cx="4304414" cy="1891352"/>
          </a:xfrm>
          <a:prstGeom prst="rect">
            <a:avLst/>
          </a:prstGeom>
          <a:noFill/>
          <a:ln w="28575"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600" b="1" dirty="0">
                <a:solidFill>
                  <a:schemeClr val="bg1"/>
                </a:solidFill>
              </a:rPr>
              <a:t>아무것도 작성하지 않은 채 메모를 씀</a:t>
            </a:r>
            <a:r>
              <a:rPr lang="en-US" altLang="ko-KR" sz="1600" b="1" dirty="0">
                <a:solidFill>
                  <a:schemeClr val="bg1"/>
                </a:solidFill>
              </a:rPr>
              <a:t>.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1600" b="1" dirty="0">
                <a:solidFill>
                  <a:schemeClr val="bg1"/>
                </a:solidFill>
              </a:rPr>
              <a:t>Web view</a:t>
            </a:r>
            <a:r>
              <a:rPr lang="ko-KR" altLang="en-US" sz="1600" b="1" dirty="0">
                <a:solidFill>
                  <a:schemeClr val="bg1"/>
                </a:solidFill>
              </a:rPr>
              <a:t>에서 </a:t>
            </a:r>
            <a:r>
              <a:rPr lang="en-US" altLang="ko-KR" sz="1600" b="1" dirty="0">
                <a:solidFill>
                  <a:schemeClr val="bg1"/>
                </a:solidFill>
              </a:rPr>
              <a:t>“</a:t>
            </a:r>
            <a:r>
              <a:rPr lang="ko-KR" altLang="en-US" sz="1600" b="1" dirty="0">
                <a:solidFill>
                  <a:schemeClr val="bg1"/>
                </a:solidFill>
              </a:rPr>
              <a:t>메모를 입력하세요</a:t>
            </a:r>
            <a:r>
              <a:rPr lang="en-US" altLang="ko-KR" sz="1600" b="1" dirty="0">
                <a:solidFill>
                  <a:schemeClr val="bg1"/>
                </a:solidFill>
              </a:rPr>
              <a:t>＂</a:t>
            </a:r>
            <a:r>
              <a:rPr lang="ko-KR" altLang="en-US" sz="1600" b="1" dirty="0">
                <a:solidFill>
                  <a:schemeClr val="bg1"/>
                </a:solidFill>
              </a:rPr>
              <a:t>라는 오류메시지 띄움</a:t>
            </a:r>
            <a:r>
              <a:rPr lang="en-US" altLang="ko-KR" sz="1600" b="1" dirty="0">
                <a:solidFill>
                  <a:schemeClr val="bg1"/>
                </a:solidFill>
              </a:rPr>
              <a:t>.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600" b="1" dirty="0">
                <a:solidFill>
                  <a:schemeClr val="bg1"/>
                </a:solidFill>
              </a:rPr>
              <a:t>유효성 검사에 걸림</a:t>
            </a:r>
            <a:r>
              <a:rPr lang="en-US" altLang="ko-KR" sz="1600" b="1" dirty="0">
                <a:solidFill>
                  <a:schemeClr val="bg1"/>
                </a:solidFill>
              </a:rPr>
              <a:t>(true</a:t>
            </a:r>
            <a:r>
              <a:rPr lang="ko-KR" altLang="en-US" sz="1600" b="1" dirty="0">
                <a:solidFill>
                  <a:schemeClr val="bg1"/>
                </a:solidFill>
              </a:rPr>
              <a:t>값</a:t>
            </a:r>
            <a:r>
              <a:rPr lang="en-US" altLang="ko-KR" sz="1600" b="1" dirty="0">
                <a:solidFill>
                  <a:schemeClr val="bg1"/>
                </a:solidFill>
              </a:rPr>
              <a:t>)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1600" b="1" dirty="0">
                <a:solidFill>
                  <a:schemeClr val="bg1"/>
                </a:solidFill>
              </a:rPr>
              <a:t>Console</a:t>
            </a:r>
            <a:r>
              <a:rPr lang="ko-KR" altLang="en-US" sz="1600" b="1" dirty="0">
                <a:solidFill>
                  <a:schemeClr val="bg1"/>
                </a:solidFill>
              </a:rPr>
              <a:t>창에서 확인</a:t>
            </a:r>
            <a:r>
              <a:rPr lang="en-US" altLang="ko-KR" sz="1600" b="1" dirty="0">
                <a:solidFill>
                  <a:schemeClr val="bg1"/>
                </a:solidFill>
              </a:rPr>
              <a:t>!!!</a:t>
            </a:r>
            <a:endParaRPr lang="ko-KR" altLang="en-US" sz="1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16693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9EDF5F-EEC7-7330-11DA-82489AF65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FB105F9C-5F0F-C98D-C444-7E79C05C12A2}"/>
              </a:ext>
            </a:extLst>
          </p:cNvPr>
          <p:cNvSpPr txBox="1">
            <a:spLocks/>
          </p:cNvSpPr>
          <p:nvPr/>
        </p:nvSpPr>
        <p:spPr>
          <a:xfrm>
            <a:off x="982980" y="3100841"/>
            <a:ext cx="10515600" cy="6563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감사합니다</a:t>
            </a: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254065CC-BAF2-2646-6DC9-CCA2AC58DAD8}"/>
              </a:ext>
            </a:extLst>
          </p:cNvPr>
          <p:cNvSpPr txBox="1">
            <a:spLocks/>
          </p:cNvSpPr>
          <p:nvPr/>
        </p:nvSpPr>
        <p:spPr>
          <a:xfrm>
            <a:off x="838200" y="2051483"/>
            <a:ext cx="10515600" cy="6563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altLang="ko-KR" sz="5400" dirty="0" err="1">
                <a:solidFill>
                  <a:srgbClr val="2C3930"/>
                </a:solidFill>
              </a:rPr>
              <a:t>astpage</a:t>
            </a:r>
            <a:r>
              <a:rPr lang="en-US" altLang="ko-KR" sz="5400" dirty="0" err="1">
                <a:solidFill>
                  <a:schemeClr val="bg1"/>
                </a:solidFill>
              </a:rPr>
              <a:t>Lastpage</a:t>
            </a:r>
            <a:r>
              <a:rPr lang="en-US" altLang="ko-KR" sz="5400" dirty="0">
                <a:solidFill>
                  <a:schemeClr val="bg1"/>
                </a:solidFill>
              </a:rPr>
              <a:t> Project</a:t>
            </a:r>
            <a:r>
              <a:rPr lang="en-US" altLang="ko-KR" sz="5400" dirty="0">
                <a:solidFill>
                  <a:srgbClr val="2C3930"/>
                </a:solidFill>
              </a:rPr>
              <a:t> </a:t>
            </a:r>
            <a:r>
              <a:rPr lang="en-US" altLang="ko-KR" sz="4800" dirty="0">
                <a:solidFill>
                  <a:srgbClr val="2C3930"/>
                </a:solidFill>
              </a:rPr>
              <a:t>Project</a:t>
            </a:r>
            <a:endParaRPr lang="ko-KR" altLang="en-US" sz="4800" dirty="0">
              <a:solidFill>
                <a:srgbClr val="2C3930"/>
              </a:solidFill>
            </a:endParaRPr>
          </a:p>
        </p:txBody>
      </p:sp>
      <p:pic>
        <p:nvPicPr>
          <p:cNvPr id="9" name="그림 8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31E723E-4DFB-CCF9-FB66-49713820EF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221163"/>
            <a:ext cx="807629" cy="80762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A8FCE66-B67E-3DCC-EDC0-BF93D04DBEEA}"/>
              </a:ext>
            </a:extLst>
          </p:cNvPr>
          <p:cNvSpPr txBox="1"/>
          <p:nvPr/>
        </p:nvSpPr>
        <p:spPr>
          <a:xfrm>
            <a:off x="-129540" y="4450080"/>
            <a:ext cx="124206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EDCB2C46-2EBD-4D54-A18D-9E6DA73506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188F3796-C2DD-4B3B-A779-04A4DEF6B8AF}"/>
              </a:ext>
            </a:extLst>
          </p:cNvPr>
          <p:cNvSpPr txBox="1">
            <a:spLocks/>
          </p:cNvSpPr>
          <p:nvPr/>
        </p:nvSpPr>
        <p:spPr>
          <a:xfrm>
            <a:off x="9707134" y="5409213"/>
            <a:ext cx="2247122" cy="12615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ko-KR" altLang="en-US" sz="1400" b="1">
                <a:solidFill>
                  <a:schemeClr val="bg1"/>
                </a:solidFill>
                <a:latin typeface="+mn-ea"/>
              </a:rPr>
              <a:t>빅데이터</a:t>
            </a:r>
            <a:r>
              <a:rPr lang="en-US" altLang="ko-KR" sz="1400" b="1">
                <a:solidFill>
                  <a:schemeClr val="bg1"/>
                </a:solidFill>
                <a:latin typeface="+mn-ea"/>
              </a:rPr>
              <a:t>UI</a:t>
            </a:r>
            <a:r>
              <a:rPr lang="ko-KR" altLang="en-US" sz="1400" b="1">
                <a:solidFill>
                  <a:schemeClr val="bg1"/>
                </a:solidFill>
                <a:latin typeface="+mn-ea"/>
              </a:rPr>
              <a:t>양성과정</a:t>
            </a:r>
            <a:endParaRPr lang="en-US" altLang="ko-KR" sz="1400" b="1">
              <a:solidFill>
                <a:schemeClr val="bg1"/>
              </a:solidFill>
              <a:latin typeface="+mn-ea"/>
            </a:endParaRPr>
          </a:p>
          <a:p>
            <a:pPr marL="0" indent="0" algn="r">
              <a:buFont typeface="Arial" panose="020B0604020202020204" pitchFamily="34" charset="0"/>
              <a:buNone/>
            </a:pPr>
            <a:r>
              <a:rPr lang="ko-KR" altLang="en-US" sz="1400" b="1">
                <a:solidFill>
                  <a:schemeClr val="bg1"/>
                </a:solidFill>
                <a:latin typeface="+mn-ea"/>
              </a:rPr>
              <a:t>손보금</a:t>
            </a:r>
            <a:endParaRPr lang="en-US" altLang="ko-KR" sz="1400" b="1">
              <a:solidFill>
                <a:schemeClr val="bg1"/>
              </a:solidFill>
              <a:latin typeface="+mn-ea"/>
            </a:endParaRPr>
          </a:p>
          <a:p>
            <a:pPr marL="0" indent="0" algn="r">
              <a:buFont typeface="Arial" panose="020B0604020202020204" pitchFamily="34" charset="0"/>
              <a:buNone/>
            </a:pPr>
            <a:r>
              <a:rPr lang="ko-KR" altLang="en-US" sz="1400" b="1">
                <a:solidFill>
                  <a:schemeClr val="bg1"/>
                </a:solidFill>
                <a:latin typeface="+mn-ea"/>
              </a:rPr>
              <a:t>박준형</a:t>
            </a:r>
            <a:endParaRPr lang="en-US" altLang="ko-KR" sz="1400" b="1">
              <a:solidFill>
                <a:schemeClr val="bg1"/>
              </a:solidFill>
              <a:latin typeface="+mn-ea"/>
            </a:endParaRPr>
          </a:p>
          <a:p>
            <a:pPr marL="0" indent="0" algn="r">
              <a:buFont typeface="Arial" panose="020B0604020202020204" pitchFamily="34" charset="0"/>
              <a:buNone/>
            </a:pPr>
            <a:r>
              <a:rPr lang="ko-KR" altLang="en-US" sz="1400" b="1">
                <a:solidFill>
                  <a:schemeClr val="bg1"/>
                </a:solidFill>
                <a:latin typeface="+mn-ea"/>
              </a:rPr>
              <a:t>심예진</a:t>
            </a:r>
            <a:endParaRPr lang="ko-KR" altLang="en-US" sz="1400" b="1" dirty="0">
              <a:solidFill>
                <a:schemeClr val="bg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55485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1576</TotalTime>
  <Words>267</Words>
  <Application>Microsoft Office PowerPoint</Application>
  <PresentationFormat>와이드스크린</PresentationFormat>
  <Paragraphs>58</Paragraphs>
  <Slides>17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2" baseType="lpstr">
      <vt:lpstr>-apple-system</vt:lpstr>
      <vt:lpstr>맑은 고딕</vt:lpstr>
      <vt:lpstr>Arial</vt:lpstr>
      <vt:lpstr>Calibri</vt:lpstr>
      <vt:lpstr>Office 테마</vt:lpstr>
      <vt:lpstr>PowerPoint 프레젠테이션</vt:lpstr>
      <vt:lpstr>INDEX 및 CONTENTS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 Cisco 문제 1번 2. Cisco 문제 2번 3. Jdk설치 + 설정 4. Tomcat 설치 + 설정 5. Eclipse 설치 + 설정</dc:title>
  <dc:creator>FullName</dc:creator>
  <cp:lastModifiedBy>FullName</cp:lastModifiedBy>
  <cp:revision>84</cp:revision>
  <dcterms:created xsi:type="dcterms:W3CDTF">2025-08-05T00:27:28Z</dcterms:created>
  <dcterms:modified xsi:type="dcterms:W3CDTF">2025-09-08T08:47:35Z</dcterms:modified>
</cp:coreProperties>
</file>
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93" r:id="rId4"/>
    <p:sldId id="292" r:id="rId5"/>
    <p:sldId id="294" r:id="rId6"/>
    <p:sldId id="287" r:id="rId7"/>
    <p:sldId id="290" r:id="rId8"/>
    <p:sldId id="288" r:id="rId9"/>
    <p:sldId id="289" r:id="rId10"/>
    <p:sldId id="28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098820"/>
            <a:ext cx="2247122" cy="1462871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최지원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프로그래밍 언어 응용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87" y="2423433"/>
            <a:ext cx="11881608" cy="3863101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2000" dirty="0">
                <a:solidFill>
                  <a:schemeClr val="bg1"/>
                </a:solidFill>
              </a:rPr>
              <a:t>1. </a:t>
            </a:r>
            <a:r>
              <a:rPr lang="ko-KR" altLang="en-US" sz="2000" dirty="0">
                <a:solidFill>
                  <a:schemeClr val="bg1"/>
                </a:solidFill>
              </a:rPr>
              <a:t>문제 </a:t>
            </a:r>
            <a:r>
              <a:rPr lang="en-US" altLang="ko-KR" sz="2000" dirty="0">
                <a:solidFill>
                  <a:schemeClr val="bg1"/>
                </a:solidFill>
              </a:rPr>
              <a:t>1</a:t>
            </a:r>
            <a:r>
              <a:rPr lang="ko-KR" altLang="en-US" sz="2000" dirty="0">
                <a:solidFill>
                  <a:schemeClr val="bg1"/>
                </a:solidFill>
              </a:rPr>
              <a:t>번 코드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ko-KR" altLang="en-US" sz="2000" dirty="0">
                <a:solidFill>
                  <a:schemeClr val="bg1"/>
                </a:solidFill>
              </a:rPr>
              <a:t>구성 및 동작 설명 </a:t>
            </a:r>
            <a:r>
              <a:rPr lang="en-US" altLang="ko-KR" sz="2000" dirty="0">
                <a:solidFill>
                  <a:schemeClr val="bg1"/>
                </a:solidFill>
              </a:rPr>
              <a:t>--------------------------------------------    2p </a:t>
            </a:r>
            <a:r>
              <a:rPr lang="ko-KR" altLang="en-US" sz="1100" b="1" dirty="0">
                <a:solidFill>
                  <a:schemeClr val="bg1"/>
                </a:solidFill>
              </a:rPr>
              <a:t>최지원</a:t>
            </a:r>
            <a:r>
              <a:rPr lang="en-US" altLang="ko-KR" sz="1100" b="1" dirty="0">
                <a:solidFill>
                  <a:schemeClr val="bg1"/>
                </a:solidFill>
              </a:rPr>
              <a:t>, </a:t>
            </a:r>
            <a:r>
              <a:rPr lang="ko-KR" altLang="en-US" sz="1100" b="1" dirty="0">
                <a:solidFill>
                  <a:schemeClr val="bg1"/>
                </a:solidFill>
              </a:rPr>
              <a:t>박준형</a:t>
            </a:r>
            <a:endParaRPr lang="en-US" altLang="ko-KR" sz="11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dirty="0">
                <a:solidFill>
                  <a:schemeClr val="bg1"/>
                </a:solidFill>
              </a:rPr>
              <a:t>2. </a:t>
            </a:r>
            <a:r>
              <a:rPr lang="ko-KR" altLang="en-US" sz="2000" dirty="0">
                <a:solidFill>
                  <a:schemeClr val="bg1"/>
                </a:solidFill>
              </a:rPr>
              <a:t>문제 </a:t>
            </a:r>
            <a:r>
              <a:rPr lang="en-US" altLang="ko-KR" sz="2000" dirty="0">
                <a:solidFill>
                  <a:schemeClr val="bg1"/>
                </a:solidFill>
              </a:rPr>
              <a:t>1</a:t>
            </a:r>
            <a:r>
              <a:rPr lang="ko-KR" altLang="en-US" sz="2000" dirty="0">
                <a:solidFill>
                  <a:schemeClr val="bg1"/>
                </a:solidFill>
              </a:rPr>
              <a:t>번 결과 확인</a:t>
            </a:r>
            <a:r>
              <a:rPr lang="en-US" altLang="ko-KR" sz="2000" dirty="0">
                <a:solidFill>
                  <a:schemeClr val="bg1"/>
                </a:solidFill>
              </a:rPr>
              <a:t>(Console</a:t>
            </a:r>
            <a:r>
              <a:rPr lang="ko-KR" altLang="en-US" sz="2000" dirty="0">
                <a:solidFill>
                  <a:schemeClr val="bg1"/>
                </a:solidFill>
              </a:rPr>
              <a:t>창</a:t>
            </a:r>
            <a:r>
              <a:rPr lang="en-US" altLang="ko-KR" sz="2000" dirty="0">
                <a:solidFill>
                  <a:schemeClr val="bg1"/>
                </a:solidFill>
              </a:rPr>
              <a:t>) ----------------------------------------------    3p </a:t>
            </a:r>
            <a:r>
              <a:rPr lang="ko-KR" altLang="en-US" sz="1100" b="1" dirty="0">
                <a:solidFill>
                  <a:schemeClr val="bg1"/>
                </a:solidFill>
              </a:rPr>
              <a:t>최지원</a:t>
            </a:r>
            <a:r>
              <a:rPr lang="en-US" altLang="ko-KR" sz="1100" b="1" dirty="0">
                <a:solidFill>
                  <a:schemeClr val="bg1"/>
                </a:solidFill>
              </a:rPr>
              <a:t>, </a:t>
            </a:r>
            <a:r>
              <a:rPr lang="ko-KR" altLang="en-US" sz="1100" b="1" dirty="0">
                <a:solidFill>
                  <a:schemeClr val="bg1"/>
                </a:solidFill>
              </a:rPr>
              <a:t>박준형</a:t>
            </a:r>
            <a:endParaRPr lang="en-US" altLang="ko-KR" sz="11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dirty="0">
                <a:solidFill>
                  <a:schemeClr val="bg1"/>
                </a:solidFill>
              </a:rPr>
              <a:t>3. </a:t>
            </a:r>
            <a:r>
              <a:rPr lang="ko-KR" altLang="en-US" sz="2000" dirty="0">
                <a:solidFill>
                  <a:schemeClr val="bg1"/>
                </a:solidFill>
              </a:rPr>
              <a:t>문제 </a:t>
            </a:r>
            <a:r>
              <a:rPr lang="en-US" altLang="ko-KR" sz="2000" dirty="0">
                <a:solidFill>
                  <a:schemeClr val="bg1"/>
                </a:solidFill>
              </a:rPr>
              <a:t>2</a:t>
            </a:r>
            <a:r>
              <a:rPr lang="ko-KR" altLang="en-US" sz="2000" dirty="0">
                <a:solidFill>
                  <a:schemeClr val="bg1"/>
                </a:solidFill>
              </a:rPr>
              <a:t>번 코드 구성 및 동작 설명 </a:t>
            </a:r>
            <a:r>
              <a:rPr lang="en-US" altLang="ko-KR" sz="2000" dirty="0">
                <a:solidFill>
                  <a:schemeClr val="bg1"/>
                </a:solidFill>
              </a:rPr>
              <a:t>--------------------------------------------    4p – 7p </a:t>
            </a:r>
            <a:r>
              <a:rPr lang="ko-KR" altLang="en-US" sz="1100" b="1" dirty="0" err="1">
                <a:solidFill>
                  <a:schemeClr val="bg1"/>
                </a:solidFill>
              </a:rPr>
              <a:t>손보금</a:t>
            </a:r>
            <a:r>
              <a:rPr lang="en-US" altLang="ko-KR" sz="1100" b="1" dirty="0">
                <a:solidFill>
                  <a:schemeClr val="bg1"/>
                </a:solidFill>
              </a:rPr>
              <a:t>, </a:t>
            </a:r>
            <a:r>
              <a:rPr lang="ko-KR" altLang="en-US" sz="1100" b="1" dirty="0">
                <a:solidFill>
                  <a:schemeClr val="bg1"/>
                </a:solidFill>
              </a:rPr>
              <a:t>심예진</a:t>
            </a:r>
            <a:r>
              <a:rPr lang="en-US" altLang="ko-KR" sz="1100" b="1" dirty="0">
                <a:solidFill>
                  <a:schemeClr val="bg1"/>
                </a:solidFill>
              </a:rPr>
              <a:t>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dirty="0">
                <a:solidFill>
                  <a:schemeClr val="bg1"/>
                </a:solidFill>
              </a:rPr>
              <a:t>4. </a:t>
            </a:r>
            <a:r>
              <a:rPr lang="ko-KR" altLang="en-US" sz="2000" dirty="0">
                <a:solidFill>
                  <a:schemeClr val="bg1"/>
                </a:solidFill>
              </a:rPr>
              <a:t>문제 </a:t>
            </a:r>
            <a:r>
              <a:rPr lang="en-US" altLang="ko-KR" sz="2000" dirty="0">
                <a:solidFill>
                  <a:schemeClr val="bg1"/>
                </a:solidFill>
              </a:rPr>
              <a:t>2</a:t>
            </a:r>
            <a:r>
              <a:rPr lang="ko-KR" altLang="en-US" sz="2000" dirty="0">
                <a:solidFill>
                  <a:schemeClr val="bg1"/>
                </a:solidFill>
              </a:rPr>
              <a:t>번 결과 확인</a:t>
            </a:r>
            <a:r>
              <a:rPr lang="en-US" altLang="ko-KR" sz="2000" dirty="0">
                <a:solidFill>
                  <a:schemeClr val="bg1"/>
                </a:solidFill>
              </a:rPr>
              <a:t>(Console</a:t>
            </a:r>
            <a:r>
              <a:rPr lang="ko-KR" altLang="en-US" sz="2000" dirty="0">
                <a:solidFill>
                  <a:schemeClr val="bg1"/>
                </a:solidFill>
              </a:rPr>
              <a:t>창</a:t>
            </a:r>
            <a:r>
              <a:rPr lang="en-US" altLang="ko-KR" sz="2000" dirty="0">
                <a:solidFill>
                  <a:schemeClr val="bg1"/>
                </a:solidFill>
              </a:rPr>
              <a:t>) ----------------------------------------------    8p </a:t>
            </a:r>
            <a:r>
              <a:rPr lang="ko-KR" altLang="en-US" sz="1100" b="1" dirty="0" err="1">
                <a:solidFill>
                  <a:schemeClr val="bg1"/>
                </a:solidFill>
              </a:rPr>
              <a:t>손보금</a:t>
            </a:r>
            <a:r>
              <a:rPr lang="en-US" altLang="ko-KR" sz="1100" b="1" dirty="0">
                <a:solidFill>
                  <a:schemeClr val="bg1"/>
                </a:solidFill>
              </a:rPr>
              <a:t>, </a:t>
            </a:r>
            <a:r>
              <a:rPr lang="ko-KR" altLang="en-US" sz="1100" b="1" dirty="0">
                <a:solidFill>
                  <a:schemeClr val="bg1"/>
                </a:solidFill>
              </a:rPr>
              <a:t>심예진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문제 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번 코드구성 및 동작설명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9F03DBE7-FC7C-EA70-38D4-336F4F5071BB}"/>
              </a:ext>
            </a:extLst>
          </p:cNvPr>
          <p:cNvGrpSpPr/>
          <p:nvPr/>
        </p:nvGrpSpPr>
        <p:grpSpPr>
          <a:xfrm>
            <a:off x="661772" y="1635234"/>
            <a:ext cx="10963928" cy="4991182"/>
            <a:chOff x="0" y="-47625"/>
            <a:chExt cx="4356515" cy="231366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A9B4606-4F5D-890A-D50C-9785E0ECE882}"/>
                </a:ext>
              </a:extLst>
            </p:cNvPr>
            <p:cNvSpPr/>
            <p:nvPr/>
          </p:nvSpPr>
          <p:spPr>
            <a:xfrm>
              <a:off x="70207" y="52833"/>
              <a:ext cx="4286308" cy="2213211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9ADA259F-F8E6-AED3-F9C8-4A017C9120A7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1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Group 5">
            <a:extLst>
              <a:ext uri="{FF2B5EF4-FFF2-40B4-BE49-F238E27FC236}">
                <a16:creationId xmlns:a16="http://schemas.microsoft.com/office/drawing/2014/main" id="{C4383D02-FF22-EFDD-97C4-1000C4F9C689}"/>
              </a:ext>
            </a:extLst>
          </p:cNvPr>
          <p:cNvGrpSpPr/>
          <p:nvPr/>
        </p:nvGrpSpPr>
        <p:grpSpPr>
          <a:xfrm>
            <a:off x="598272" y="1565084"/>
            <a:ext cx="10947840" cy="4991182"/>
            <a:chOff x="0" y="-47625"/>
            <a:chExt cx="4356515" cy="2313669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85B07CB9-D226-B5CD-FC3B-95AB94354B6A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4FC0F743-FE94-5606-B13E-33FA9E91933F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1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218F623E-32D4-463E-BA05-3E1863D0E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16" y="1726836"/>
            <a:ext cx="5227933" cy="4736107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F4E0FF8-FFE1-48DF-9327-757603726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976" y="1736497"/>
            <a:ext cx="4545513" cy="472644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39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문제 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번 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결과 확인</a:t>
            </a: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(Console)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9F03DBE7-FC7C-EA70-38D4-336F4F5071BB}"/>
              </a:ext>
            </a:extLst>
          </p:cNvPr>
          <p:cNvGrpSpPr/>
          <p:nvPr/>
        </p:nvGrpSpPr>
        <p:grpSpPr>
          <a:xfrm>
            <a:off x="661772" y="1635234"/>
            <a:ext cx="10963928" cy="4991182"/>
            <a:chOff x="0" y="-47625"/>
            <a:chExt cx="4356515" cy="231366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A9B4606-4F5D-890A-D50C-9785E0ECE882}"/>
                </a:ext>
              </a:extLst>
            </p:cNvPr>
            <p:cNvSpPr/>
            <p:nvPr/>
          </p:nvSpPr>
          <p:spPr>
            <a:xfrm>
              <a:off x="70207" y="52833"/>
              <a:ext cx="4286308" cy="2213211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9ADA259F-F8E6-AED3-F9C8-4A017C9120A7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1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Group 5">
            <a:extLst>
              <a:ext uri="{FF2B5EF4-FFF2-40B4-BE49-F238E27FC236}">
                <a16:creationId xmlns:a16="http://schemas.microsoft.com/office/drawing/2014/main" id="{C4383D02-FF22-EFDD-97C4-1000C4F9C689}"/>
              </a:ext>
            </a:extLst>
          </p:cNvPr>
          <p:cNvGrpSpPr/>
          <p:nvPr/>
        </p:nvGrpSpPr>
        <p:grpSpPr>
          <a:xfrm>
            <a:off x="598272" y="1565084"/>
            <a:ext cx="10947840" cy="4991182"/>
            <a:chOff x="0" y="-47625"/>
            <a:chExt cx="4356515" cy="2313669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85B07CB9-D226-B5CD-FC3B-95AB94354B6A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4FC0F743-FE94-5606-B13E-33FA9E91933F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1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0">
            <a:extLst>
              <a:ext uri="{FF2B5EF4-FFF2-40B4-BE49-F238E27FC236}">
                <a16:creationId xmlns:a16="http://schemas.microsoft.com/office/drawing/2014/main" id="{E944979E-14E5-B7D4-E47C-6E67C2F43D29}"/>
              </a:ext>
            </a:extLst>
          </p:cNvPr>
          <p:cNvGrpSpPr/>
          <p:nvPr/>
        </p:nvGrpSpPr>
        <p:grpSpPr>
          <a:xfrm>
            <a:off x="1386403" y="2141312"/>
            <a:ext cx="2314064" cy="4054205"/>
            <a:chOff x="0" y="0"/>
            <a:chExt cx="1873950" cy="399048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4F75E968-8C04-2E23-08D1-C2AC456770C6}"/>
                </a:ext>
              </a:extLst>
            </p:cNvPr>
            <p:cNvSpPr/>
            <p:nvPr/>
          </p:nvSpPr>
          <p:spPr>
            <a:xfrm>
              <a:off x="0" y="0"/>
              <a:ext cx="1873950" cy="399048"/>
            </a:xfrm>
            <a:custGeom>
              <a:avLst/>
              <a:gdLst/>
              <a:ahLst/>
              <a:cxnLst/>
              <a:rect l="l" t="t" r="r" b="b"/>
              <a:pathLst>
                <a:path w="1873950" h="399048">
                  <a:moveTo>
                    <a:pt x="25026" y="0"/>
                  </a:moveTo>
                  <a:lnTo>
                    <a:pt x="1848924" y="0"/>
                  </a:lnTo>
                  <a:cubicBezTo>
                    <a:pt x="1855561" y="0"/>
                    <a:pt x="1861926" y="2637"/>
                    <a:pt x="1866620" y="7330"/>
                  </a:cubicBezTo>
                  <a:cubicBezTo>
                    <a:pt x="1871313" y="12023"/>
                    <a:pt x="1873950" y="18389"/>
                    <a:pt x="1873950" y="25026"/>
                  </a:cubicBezTo>
                  <a:lnTo>
                    <a:pt x="1873950" y="374022"/>
                  </a:lnTo>
                  <a:cubicBezTo>
                    <a:pt x="1873950" y="380660"/>
                    <a:pt x="1871313" y="387025"/>
                    <a:pt x="1866620" y="391718"/>
                  </a:cubicBezTo>
                  <a:cubicBezTo>
                    <a:pt x="1861926" y="396412"/>
                    <a:pt x="1855561" y="399048"/>
                    <a:pt x="1848924" y="399048"/>
                  </a:cubicBezTo>
                  <a:lnTo>
                    <a:pt x="25026" y="399048"/>
                  </a:lnTo>
                  <a:cubicBezTo>
                    <a:pt x="18389" y="399048"/>
                    <a:pt x="12023" y="396412"/>
                    <a:pt x="7330" y="391718"/>
                  </a:cubicBezTo>
                  <a:cubicBezTo>
                    <a:pt x="2637" y="387025"/>
                    <a:pt x="0" y="380660"/>
                    <a:pt x="0" y="374022"/>
                  </a:cubicBezTo>
                  <a:lnTo>
                    <a:pt x="0" y="25026"/>
                  </a:lnTo>
                  <a:cubicBezTo>
                    <a:pt x="0" y="18389"/>
                    <a:pt x="2637" y="12023"/>
                    <a:pt x="7330" y="7330"/>
                  </a:cubicBezTo>
                  <a:cubicBezTo>
                    <a:pt x="12023" y="2637"/>
                    <a:pt x="18389" y="0"/>
                    <a:pt x="250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TextBox 12">
              <a:extLst>
                <a:ext uri="{FF2B5EF4-FFF2-40B4-BE49-F238E27FC236}">
                  <a16:creationId xmlns:a16="http://schemas.microsoft.com/office/drawing/2014/main" id="{3BCEDC6C-1B4B-0456-2B8E-CD83827DB6A6}"/>
                </a:ext>
              </a:extLst>
            </p:cNvPr>
            <p:cNvSpPr txBox="1"/>
            <p:nvPr/>
          </p:nvSpPr>
          <p:spPr>
            <a:xfrm>
              <a:off x="0" y="-47625"/>
              <a:ext cx="1873950" cy="44667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1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2" name="그림 2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974025-BA88-F701-A448-56EDA5F82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9" b="3267"/>
          <a:stretch>
            <a:fillRect/>
          </a:stretch>
        </p:blipFill>
        <p:spPr>
          <a:xfrm>
            <a:off x="1773148" y="2389348"/>
            <a:ext cx="1558895" cy="3720064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7A770EA-A5B0-A7C4-31ED-ED254F479F05}"/>
              </a:ext>
            </a:extLst>
          </p:cNvPr>
          <p:cNvSpPr/>
          <p:nvPr/>
        </p:nvSpPr>
        <p:spPr>
          <a:xfrm>
            <a:off x="1709335" y="2026411"/>
            <a:ext cx="1684945" cy="30023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33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5BC06CE4-A5BA-D7D8-F6CF-AA34FAB1FC67}"/>
              </a:ext>
            </a:extLst>
          </p:cNvPr>
          <p:cNvSpPr txBox="1"/>
          <p:nvPr/>
        </p:nvSpPr>
        <p:spPr>
          <a:xfrm>
            <a:off x="1741271" y="1983438"/>
            <a:ext cx="1621534" cy="325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285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메뉴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콘솔창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anum Square Round Bold"/>
              <a:ea typeface="Nanum Square Round Bold"/>
              <a:cs typeface="Nanum Square Round Bold"/>
              <a:sym typeface="Nanum Square Round Bold"/>
            </a:endParaRP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504A7635-80C4-02D3-97E2-40F1B41AFACF}"/>
              </a:ext>
            </a:extLst>
          </p:cNvPr>
          <p:cNvGrpSpPr/>
          <p:nvPr/>
        </p:nvGrpSpPr>
        <p:grpSpPr>
          <a:xfrm>
            <a:off x="4112429" y="2152098"/>
            <a:ext cx="3138047" cy="4043745"/>
            <a:chOff x="0" y="0"/>
            <a:chExt cx="1873950" cy="399048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A2CE8C3A-6B83-EE1D-D065-F8D58B2B6CBB}"/>
                </a:ext>
              </a:extLst>
            </p:cNvPr>
            <p:cNvSpPr/>
            <p:nvPr/>
          </p:nvSpPr>
          <p:spPr>
            <a:xfrm>
              <a:off x="0" y="0"/>
              <a:ext cx="1873950" cy="399048"/>
            </a:xfrm>
            <a:custGeom>
              <a:avLst/>
              <a:gdLst/>
              <a:ahLst/>
              <a:cxnLst/>
              <a:rect l="l" t="t" r="r" b="b"/>
              <a:pathLst>
                <a:path w="1873950" h="399048">
                  <a:moveTo>
                    <a:pt x="25026" y="0"/>
                  </a:moveTo>
                  <a:lnTo>
                    <a:pt x="1848924" y="0"/>
                  </a:lnTo>
                  <a:cubicBezTo>
                    <a:pt x="1855561" y="0"/>
                    <a:pt x="1861926" y="2637"/>
                    <a:pt x="1866620" y="7330"/>
                  </a:cubicBezTo>
                  <a:cubicBezTo>
                    <a:pt x="1871313" y="12023"/>
                    <a:pt x="1873950" y="18389"/>
                    <a:pt x="1873950" y="25026"/>
                  </a:cubicBezTo>
                  <a:lnTo>
                    <a:pt x="1873950" y="374022"/>
                  </a:lnTo>
                  <a:cubicBezTo>
                    <a:pt x="1873950" y="380660"/>
                    <a:pt x="1871313" y="387025"/>
                    <a:pt x="1866620" y="391718"/>
                  </a:cubicBezTo>
                  <a:cubicBezTo>
                    <a:pt x="1861926" y="396412"/>
                    <a:pt x="1855561" y="399048"/>
                    <a:pt x="1848924" y="399048"/>
                  </a:cubicBezTo>
                  <a:lnTo>
                    <a:pt x="25026" y="399048"/>
                  </a:lnTo>
                  <a:cubicBezTo>
                    <a:pt x="18389" y="399048"/>
                    <a:pt x="12023" y="396412"/>
                    <a:pt x="7330" y="391718"/>
                  </a:cubicBezTo>
                  <a:cubicBezTo>
                    <a:pt x="2637" y="387025"/>
                    <a:pt x="0" y="380660"/>
                    <a:pt x="0" y="374022"/>
                  </a:cubicBezTo>
                  <a:lnTo>
                    <a:pt x="0" y="25026"/>
                  </a:lnTo>
                  <a:cubicBezTo>
                    <a:pt x="0" y="18389"/>
                    <a:pt x="2637" y="12023"/>
                    <a:pt x="7330" y="7330"/>
                  </a:cubicBezTo>
                  <a:cubicBezTo>
                    <a:pt x="12023" y="2637"/>
                    <a:pt x="18389" y="0"/>
                    <a:pt x="250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4FB10086-0124-ECCA-F924-EE16F17E353B}"/>
                </a:ext>
              </a:extLst>
            </p:cNvPr>
            <p:cNvSpPr txBox="1"/>
            <p:nvPr/>
          </p:nvSpPr>
          <p:spPr>
            <a:xfrm>
              <a:off x="0" y="-47625"/>
              <a:ext cx="1873950" cy="44667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1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444C5F3-F415-F536-DE35-A7CD9600B297}"/>
              </a:ext>
            </a:extLst>
          </p:cNvPr>
          <p:cNvSpPr/>
          <p:nvPr/>
        </p:nvSpPr>
        <p:spPr>
          <a:xfrm>
            <a:off x="4864894" y="2037197"/>
            <a:ext cx="1684945" cy="30023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33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Box 33">
            <a:extLst>
              <a:ext uri="{FF2B5EF4-FFF2-40B4-BE49-F238E27FC236}">
                <a16:creationId xmlns:a16="http://schemas.microsoft.com/office/drawing/2014/main" id="{D686AABF-1B8F-8B0E-0844-52BD4F263726}"/>
              </a:ext>
            </a:extLst>
          </p:cNvPr>
          <p:cNvSpPr txBox="1"/>
          <p:nvPr/>
        </p:nvSpPr>
        <p:spPr>
          <a:xfrm>
            <a:off x="4896830" y="1994224"/>
            <a:ext cx="1621534" cy="325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285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오름차순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anum Square Round Bold"/>
              <a:ea typeface="Nanum Square Round Bold"/>
              <a:cs typeface="Nanum Square Round Bold"/>
              <a:sym typeface="Nanum Square Round Bold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BBA10FDB-C596-7638-FA57-F128BAAF47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916" t="20967" r="13858" b="32222"/>
          <a:stretch>
            <a:fillRect/>
          </a:stretch>
        </p:blipFill>
        <p:spPr>
          <a:xfrm>
            <a:off x="4465894" y="2570330"/>
            <a:ext cx="2482943" cy="3478650"/>
          </a:xfrm>
          <a:prstGeom prst="rect">
            <a:avLst/>
          </a:prstGeom>
        </p:spPr>
      </p:pic>
      <p:grpSp>
        <p:nvGrpSpPr>
          <p:cNvPr id="32" name="Group 10">
            <a:extLst>
              <a:ext uri="{FF2B5EF4-FFF2-40B4-BE49-F238E27FC236}">
                <a16:creationId xmlns:a16="http://schemas.microsoft.com/office/drawing/2014/main" id="{68C6B665-0787-CACC-0396-7C23D3D0B740}"/>
              </a:ext>
            </a:extLst>
          </p:cNvPr>
          <p:cNvGrpSpPr/>
          <p:nvPr/>
        </p:nvGrpSpPr>
        <p:grpSpPr>
          <a:xfrm>
            <a:off x="7611949" y="2142926"/>
            <a:ext cx="3138047" cy="4052640"/>
            <a:chOff x="0" y="0"/>
            <a:chExt cx="1873950" cy="399048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C55D07A-BFFC-5796-6487-B18EFA3F3248}"/>
                </a:ext>
              </a:extLst>
            </p:cNvPr>
            <p:cNvSpPr/>
            <p:nvPr/>
          </p:nvSpPr>
          <p:spPr>
            <a:xfrm>
              <a:off x="0" y="0"/>
              <a:ext cx="1873950" cy="399048"/>
            </a:xfrm>
            <a:custGeom>
              <a:avLst/>
              <a:gdLst/>
              <a:ahLst/>
              <a:cxnLst/>
              <a:rect l="l" t="t" r="r" b="b"/>
              <a:pathLst>
                <a:path w="1873950" h="399048">
                  <a:moveTo>
                    <a:pt x="25026" y="0"/>
                  </a:moveTo>
                  <a:lnTo>
                    <a:pt x="1848924" y="0"/>
                  </a:lnTo>
                  <a:cubicBezTo>
                    <a:pt x="1855561" y="0"/>
                    <a:pt x="1861926" y="2637"/>
                    <a:pt x="1866620" y="7330"/>
                  </a:cubicBezTo>
                  <a:cubicBezTo>
                    <a:pt x="1871313" y="12023"/>
                    <a:pt x="1873950" y="18389"/>
                    <a:pt x="1873950" y="25026"/>
                  </a:cubicBezTo>
                  <a:lnTo>
                    <a:pt x="1873950" y="374022"/>
                  </a:lnTo>
                  <a:cubicBezTo>
                    <a:pt x="1873950" y="380660"/>
                    <a:pt x="1871313" y="387025"/>
                    <a:pt x="1866620" y="391718"/>
                  </a:cubicBezTo>
                  <a:cubicBezTo>
                    <a:pt x="1861926" y="396412"/>
                    <a:pt x="1855561" y="399048"/>
                    <a:pt x="1848924" y="399048"/>
                  </a:cubicBezTo>
                  <a:lnTo>
                    <a:pt x="25026" y="399048"/>
                  </a:lnTo>
                  <a:cubicBezTo>
                    <a:pt x="18389" y="399048"/>
                    <a:pt x="12023" y="396412"/>
                    <a:pt x="7330" y="391718"/>
                  </a:cubicBezTo>
                  <a:cubicBezTo>
                    <a:pt x="2637" y="387025"/>
                    <a:pt x="0" y="380660"/>
                    <a:pt x="0" y="374022"/>
                  </a:cubicBezTo>
                  <a:lnTo>
                    <a:pt x="0" y="25026"/>
                  </a:lnTo>
                  <a:cubicBezTo>
                    <a:pt x="0" y="18389"/>
                    <a:pt x="2637" y="12023"/>
                    <a:pt x="7330" y="7330"/>
                  </a:cubicBezTo>
                  <a:cubicBezTo>
                    <a:pt x="12023" y="2637"/>
                    <a:pt x="18389" y="0"/>
                    <a:pt x="250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DE80B062-2292-011C-75E3-BDAAF314EDA7}"/>
                </a:ext>
              </a:extLst>
            </p:cNvPr>
            <p:cNvSpPr txBox="1"/>
            <p:nvPr/>
          </p:nvSpPr>
          <p:spPr>
            <a:xfrm>
              <a:off x="0" y="-47625"/>
              <a:ext cx="1873950" cy="44667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914400" rtl="0" eaLnBrk="1" fontAlgn="auto" latinLnBrk="1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0915567-0EC7-4895-C10B-2B254FDC9A31}"/>
              </a:ext>
            </a:extLst>
          </p:cNvPr>
          <p:cNvSpPr/>
          <p:nvPr/>
        </p:nvSpPr>
        <p:spPr>
          <a:xfrm>
            <a:off x="8364414" y="2028025"/>
            <a:ext cx="1684945" cy="30023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33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3BC35ED4-5DA2-6E0B-3D5C-7EFD05BCE358}"/>
              </a:ext>
            </a:extLst>
          </p:cNvPr>
          <p:cNvSpPr txBox="1"/>
          <p:nvPr/>
        </p:nvSpPr>
        <p:spPr>
          <a:xfrm>
            <a:off x="8396350" y="1985052"/>
            <a:ext cx="1621534" cy="325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ts val="285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내림차순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anum Square Round Bold"/>
              <a:ea typeface="Nanum Square Round Bold"/>
              <a:cs typeface="Nanum Square Round Bold"/>
              <a:sym typeface="Nanum Square Round Bold"/>
            </a:endParaRPr>
          </a:p>
        </p:txBody>
      </p:sp>
      <p:pic>
        <p:nvPicPr>
          <p:cNvPr id="37" name="그림 3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E25D61-9FBD-528A-4177-2A7E7B09A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" t="-1146" r="-619" b="1146"/>
          <a:stretch>
            <a:fillRect/>
          </a:stretch>
        </p:blipFill>
        <p:spPr>
          <a:xfrm>
            <a:off x="8065676" y="2440637"/>
            <a:ext cx="2362194" cy="3634415"/>
          </a:xfrm>
          <a:prstGeom prst="rect">
            <a:avLst/>
          </a:prstGeom>
        </p:spPr>
      </p:pic>
      <p:sp>
        <p:nvSpPr>
          <p:cNvPr id="38" name="Freeform 19">
            <a:extLst>
              <a:ext uri="{FF2B5EF4-FFF2-40B4-BE49-F238E27FC236}">
                <a16:creationId xmlns:a16="http://schemas.microsoft.com/office/drawing/2014/main" id="{346DBD32-7DDE-4232-961E-6E5D1C7BD50C}"/>
              </a:ext>
            </a:extLst>
          </p:cNvPr>
          <p:cNvSpPr/>
          <p:nvPr/>
        </p:nvSpPr>
        <p:spPr>
          <a:xfrm>
            <a:off x="10623940" y="5356798"/>
            <a:ext cx="1348829" cy="1234327"/>
          </a:xfrm>
          <a:custGeom>
            <a:avLst/>
            <a:gdLst/>
            <a:ahLst/>
            <a:cxnLst/>
            <a:rect l="l" t="t" r="r" b="b"/>
            <a:pathLst>
              <a:path w="3202401" h="3120885">
                <a:moveTo>
                  <a:pt x="0" y="0"/>
                </a:moveTo>
                <a:lnTo>
                  <a:pt x="3202401" y="0"/>
                </a:lnTo>
                <a:lnTo>
                  <a:pt x="3202401" y="3120885"/>
                </a:lnTo>
                <a:lnTo>
                  <a:pt x="0" y="312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53DCB1-4CDC-4F0C-9D49-0641A8B7C223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93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3. </a:t>
            </a:r>
            <a:r>
              <a:rPr lang="ko-KR" altLang="en-US" dirty="0"/>
              <a:t>문제 </a:t>
            </a:r>
            <a:r>
              <a:rPr lang="en-US" altLang="ko-KR" dirty="0"/>
              <a:t>2</a:t>
            </a:r>
            <a:r>
              <a:rPr lang="ko-KR" altLang="en-US" dirty="0"/>
              <a:t>번 코드구성</a:t>
            </a:r>
            <a:r>
              <a:rPr lang="en-US" altLang="ko-KR" dirty="0"/>
              <a:t> </a:t>
            </a:r>
            <a:r>
              <a:rPr lang="ko-KR" altLang="en-US" dirty="0"/>
              <a:t>및 동작설명</a:t>
            </a:r>
            <a:r>
              <a:rPr lang="en-US" altLang="ko-KR" dirty="0"/>
              <a:t>A</a:t>
            </a:r>
            <a:endParaRPr lang="ko-KR" altLang="en-US" dirty="0"/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id="{9CE3EB05-35D2-4B5A-A89B-3187D39E8CD4}"/>
              </a:ext>
            </a:extLst>
          </p:cNvPr>
          <p:cNvGrpSpPr/>
          <p:nvPr/>
        </p:nvGrpSpPr>
        <p:grpSpPr>
          <a:xfrm>
            <a:off x="558450" y="1672570"/>
            <a:ext cx="11113156" cy="5107310"/>
            <a:chOff x="0" y="0"/>
            <a:chExt cx="4356515" cy="2266044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CC960F90-F55C-4620-AA6A-CA71F0DF024A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A5B8EDEC-99F5-4C6A-86C9-FD16DD705967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3" name="Group 5">
            <a:extLst>
              <a:ext uri="{FF2B5EF4-FFF2-40B4-BE49-F238E27FC236}">
                <a16:creationId xmlns:a16="http://schemas.microsoft.com/office/drawing/2014/main" id="{D777CF34-866F-42EB-95AE-4FF637834347}"/>
              </a:ext>
            </a:extLst>
          </p:cNvPr>
          <p:cNvGrpSpPr/>
          <p:nvPr/>
        </p:nvGrpSpPr>
        <p:grpSpPr>
          <a:xfrm>
            <a:off x="494950" y="1602420"/>
            <a:ext cx="11113156" cy="5107310"/>
            <a:chOff x="0" y="0"/>
            <a:chExt cx="4356515" cy="2266044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7EB3DEA4-C9EA-4E67-97E6-6E2F61E1BACE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80BD38C2-90CB-4236-B711-038246B42D23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398C2A7-D0F3-46AB-A3C0-12D7A4FBC3AE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6E4183-A0BB-4DFD-985B-7463F27B1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64" y="2458055"/>
            <a:ext cx="5596166" cy="3429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F67A62B-E6C7-4467-B0BA-8AF2AC8EE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958" y="2437116"/>
            <a:ext cx="5395861" cy="3429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95B5C2-5404-4380-834B-9C5D8A1F61B5}"/>
              </a:ext>
            </a:extLst>
          </p:cNvPr>
          <p:cNvSpPr txBox="1"/>
          <p:nvPr/>
        </p:nvSpPr>
        <p:spPr>
          <a:xfrm>
            <a:off x="720135" y="1887192"/>
            <a:ext cx="997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BookDto</a:t>
            </a:r>
            <a:r>
              <a:rPr lang="en-US" altLang="ko-KR" b="1" dirty="0"/>
              <a:t> </a:t>
            </a:r>
            <a:r>
              <a:rPr lang="ko-KR" altLang="en-US" b="1" dirty="0"/>
              <a:t>클래스 코드 파일 </a:t>
            </a:r>
          </a:p>
        </p:txBody>
      </p:sp>
    </p:spTree>
    <p:extLst>
      <p:ext uri="{BB962C8B-B14F-4D97-AF65-F5344CB8AC3E}">
        <p14:creationId xmlns:p14="http://schemas.microsoft.com/office/powerpoint/2010/main" val="379051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4. </a:t>
            </a:r>
            <a:r>
              <a:rPr lang="ko-KR" altLang="en-US" dirty="0"/>
              <a:t>문제 </a:t>
            </a:r>
            <a:r>
              <a:rPr lang="en-US" altLang="ko-KR" dirty="0"/>
              <a:t>2</a:t>
            </a:r>
            <a:r>
              <a:rPr lang="ko-KR" altLang="en-US" dirty="0"/>
              <a:t>번 코드구성</a:t>
            </a:r>
            <a:r>
              <a:rPr lang="en-US" altLang="ko-KR" dirty="0"/>
              <a:t> </a:t>
            </a:r>
            <a:r>
              <a:rPr lang="ko-KR" altLang="en-US" dirty="0"/>
              <a:t>및 동작설명</a:t>
            </a:r>
            <a:r>
              <a:rPr lang="en-US" altLang="ko-KR" dirty="0"/>
              <a:t>B</a:t>
            </a:r>
            <a:endParaRPr lang="ko-KR" altLang="en-US" dirty="0"/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725F546C-6283-40D6-B6B0-A0B23B0076D4}"/>
              </a:ext>
            </a:extLst>
          </p:cNvPr>
          <p:cNvGrpSpPr/>
          <p:nvPr/>
        </p:nvGrpSpPr>
        <p:grpSpPr>
          <a:xfrm>
            <a:off x="558450" y="1672570"/>
            <a:ext cx="11113156" cy="5107310"/>
            <a:chOff x="0" y="0"/>
            <a:chExt cx="4356515" cy="2266044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8086E594-C300-4073-8923-C247952A7536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4C45BF6A-65C5-4C92-816D-5C5910C5CEA0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5" name="Group 5">
            <a:extLst>
              <a:ext uri="{FF2B5EF4-FFF2-40B4-BE49-F238E27FC236}">
                <a16:creationId xmlns:a16="http://schemas.microsoft.com/office/drawing/2014/main" id="{F0E8B559-5FF7-4639-8876-88991E5B37F3}"/>
              </a:ext>
            </a:extLst>
          </p:cNvPr>
          <p:cNvGrpSpPr/>
          <p:nvPr/>
        </p:nvGrpSpPr>
        <p:grpSpPr>
          <a:xfrm>
            <a:off x="494950" y="1602420"/>
            <a:ext cx="11113156" cy="5107310"/>
            <a:chOff x="0" y="0"/>
            <a:chExt cx="4356515" cy="2266044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9DD1DB4B-3063-4090-97A7-110BF34326FF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DE785A3A-B60E-4476-996F-8DC21390B950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213B8910-F393-4984-948D-9DD8AB42F2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5" t="11434" r="41395" b="40768"/>
          <a:stretch>
            <a:fillRect/>
          </a:stretch>
        </p:blipFill>
        <p:spPr>
          <a:xfrm>
            <a:off x="562563" y="4112296"/>
            <a:ext cx="5114427" cy="245950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AB014B6-910D-4CD4-9B8B-BD48DCB69E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1" t="7669" r="37083" b="34445"/>
          <a:stretch>
            <a:fillRect/>
          </a:stretch>
        </p:blipFill>
        <p:spPr>
          <a:xfrm>
            <a:off x="558450" y="1672570"/>
            <a:ext cx="5118540" cy="247129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F4E989C-0EE8-479C-8EEC-84D47875C0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7" t="11333" r="32618" b="11434"/>
          <a:stretch>
            <a:fillRect/>
          </a:stretch>
        </p:blipFill>
        <p:spPr>
          <a:xfrm>
            <a:off x="5826218" y="1813987"/>
            <a:ext cx="5675284" cy="382106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7A86133-2F05-4C44-81DE-79C0A129E336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2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5. </a:t>
            </a:r>
            <a:r>
              <a:rPr lang="ko-KR" altLang="en-US" dirty="0"/>
              <a:t>문제 </a:t>
            </a:r>
            <a:r>
              <a:rPr lang="en-US" altLang="ko-KR" dirty="0"/>
              <a:t>2</a:t>
            </a:r>
            <a:r>
              <a:rPr lang="ko-KR" altLang="en-US" dirty="0"/>
              <a:t>번 코드구성</a:t>
            </a:r>
            <a:r>
              <a:rPr lang="en-US" altLang="ko-KR" dirty="0"/>
              <a:t> </a:t>
            </a:r>
            <a:r>
              <a:rPr lang="ko-KR" altLang="en-US" dirty="0"/>
              <a:t>및 동작설명</a:t>
            </a:r>
            <a:r>
              <a:rPr lang="en-US" altLang="ko-KR" dirty="0"/>
              <a:t>C</a:t>
            </a:r>
            <a:endParaRPr lang="ko-KR" altLang="en-US" dirty="0"/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3E8ACEFC-BE3F-4B14-BC73-1BCC62CCB99F}"/>
              </a:ext>
            </a:extLst>
          </p:cNvPr>
          <p:cNvSpPr txBox="1"/>
          <p:nvPr/>
        </p:nvSpPr>
        <p:spPr>
          <a:xfrm>
            <a:off x="1095372" y="528831"/>
            <a:ext cx="16541142" cy="8784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6BE85E0C-C21A-4333-A05A-64344E3CCB56}"/>
              </a:ext>
            </a:extLst>
          </p:cNvPr>
          <p:cNvGrpSpPr/>
          <p:nvPr/>
        </p:nvGrpSpPr>
        <p:grpSpPr>
          <a:xfrm>
            <a:off x="614035" y="1561469"/>
            <a:ext cx="11090927" cy="5197472"/>
            <a:chOff x="0" y="0"/>
            <a:chExt cx="4356515" cy="226604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A89B533-ABA6-4102-A5DC-E534F74D9454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B413521-5584-4502-B95B-493E9CD70474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F893602B-8B1E-4EDE-969A-0C7EF6E22687}"/>
              </a:ext>
            </a:extLst>
          </p:cNvPr>
          <p:cNvGrpSpPr/>
          <p:nvPr/>
        </p:nvGrpSpPr>
        <p:grpSpPr>
          <a:xfrm>
            <a:off x="550536" y="1401689"/>
            <a:ext cx="11090928" cy="5287102"/>
            <a:chOff x="0" y="-47625"/>
            <a:chExt cx="4356515" cy="2313669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C448E10-64DA-4502-8A01-6F869E1CE9DE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B5153B42-5249-4E99-AE7E-A65F2ECA34E4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85F57BB9-0638-42EC-A8A6-1A6072A8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" t="7669" r="31667" b="10741"/>
          <a:stretch>
            <a:fillRect/>
          </a:stretch>
        </p:blipFill>
        <p:spPr>
          <a:xfrm>
            <a:off x="624196" y="1607285"/>
            <a:ext cx="5217391" cy="356942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8EC1272-147A-4721-A315-97B3D12BF8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0" t="10261" r="37083" b="59782"/>
          <a:stretch>
            <a:fillRect/>
          </a:stretch>
        </p:blipFill>
        <p:spPr>
          <a:xfrm>
            <a:off x="614036" y="5176705"/>
            <a:ext cx="5205402" cy="142239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96CFB01-BB15-4A37-8C1E-C20F9644D8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50" t="9958" r="35000" b="11041"/>
          <a:stretch>
            <a:fillRect/>
          </a:stretch>
        </p:blipFill>
        <p:spPr>
          <a:xfrm>
            <a:off x="6019675" y="1759868"/>
            <a:ext cx="5193248" cy="36200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D3838F2-387F-48AD-91D9-BA84FB29DA12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6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447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6. </a:t>
            </a:r>
            <a:r>
              <a:rPr lang="ko-KR" altLang="en-US" dirty="0"/>
              <a:t>문제 </a:t>
            </a:r>
            <a:r>
              <a:rPr lang="en-US" altLang="ko-KR" dirty="0"/>
              <a:t>2</a:t>
            </a:r>
            <a:r>
              <a:rPr lang="ko-KR" altLang="en-US" dirty="0"/>
              <a:t>번 코드구성</a:t>
            </a:r>
            <a:r>
              <a:rPr lang="en-US" altLang="ko-KR" dirty="0"/>
              <a:t> </a:t>
            </a:r>
            <a:r>
              <a:rPr lang="ko-KR" altLang="en-US" dirty="0"/>
              <a:t>및 동작설명</a:t>
            </a:r>
            <a:r>
              <a:rPr lang="en-US" altLang="ko-KR" dirty="0"/>
              <a:t>D</a:t>
            </a:r>
            <a:endParaRPr lang="ko-KR" altLang="en-US" dirty="0"/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grpSp>
        <p:nvGrpSpPr>
          <p:cNvPr id="6" name="Group 2">
            <a:extLst>
              <a:ext uri="{FF2B5EF4-FFF2-40B4-BE49-F238E27FC236}">
                <a16:creationId xmlns:a16="http://schemas.microsoft.com/office/drawing/2014/main" id="{9088571A-9145-4717-8746-718EEF941AD1}"/>
              </a:ext>
            </a:extLst>
          </p:cNvPr>
          <p:cNvGrpSpPr/>
          <p:nvPr/>
        </p:nvGrpSpPr>
        <p:grpSpPr>
          <a:xfrm>
            <a:off x="1396942" y="1689225"/>
            <a:ext cx="9525116" cy="4954856"/>
            <a:chOff x="0" y="0"/>
            <a:chExt cx="4356515" cy="226604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132DFFC4-FDA1-4A19-B3A2-C78518E31B2A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E3265B55-6512-4CBA-A462-90EE2F08503B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B734E8A9-4435-4103-A834-C0D7A7A5F20B}"/>
              </a:ext>
            </a:extLst>
          </p:cNvPr>
          <p:cNvGrpSpPr/>
          <p:nvPr/>
        </p:nvGrpSpPr>
        <p:grpSpPr>
          <a:xfrm>
            <a:off x="1333442" y="1619075"/>
            <a:ext cx="9525116" cy="4954856"/>
            <a:chOff x="0" y="0"/>
            <a:chExt cx="4356515" cy="2266044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BB4F958F-5171-4341-B74C-3B22338CDD69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9EE00135-3CA1-4AF2-BF28-6B48D317FAC0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0C47C219-6162-4DAF-908F-DA7BD4712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" t="7669" r="25417" b="10000"/>
          <a:stretch>
            <a:fillRect/>
          </a:stretch>
        </p:blipFill>
        <p:spPr>
          <a:xfrm>
            <a:off x="1456279" y="1769426"/>
            <a:ext cx="7296186" cy="47564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D7358E1-1092-4933-A9EF-98C804BE3D56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7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169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7.</a:t>
            </a:r>
            <a:r>
              <a:rPr lang="ko-KR" altLang="en-US" dirty="0"/>
              <a:t> </a:t>
            </a:r>
            <a:r>
              <a:rPr lang="ko-KR" altLang="en-US" sz="4400" dirty="0"/>
              <a:t>문제 </a:t>
            </a:r>
            <a:r>
              <a:rPr lang="en-US" altLang="ko-KR" sz="4400" dirty="0"/>
              <a:t>2</a:t>
            </a:r>
            <a:r>
              <a:rPr lang="ko-KR" altLang="en-US" sz="4400" dirty="0"/>
              <a:t>번 결과 확인</a:t>
            </a:r>
            <a:r>
              <a:rPr lang="en-US" altLang="ko-KR" sz="4400" dirty="0"/>
              <a:t>(</a:t>
            </a:r>
            <a:r>
              <a:rPr lang="en-US" altLang="ko-KR" sz="4400" dirty="0" err="1"/>
              <a:t>Console&amp;DB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grpSp>
        <p:nvGrpSpPr>
          <p:cNvPr id="6" name="Group 2">
            <a:extLst>
              <a:ext uri="{FF2B5EF4-FFF2-40B4-BE49-F238E27FC236}">
                <a16:creationId xmlns:a16="http://schemas.microsoft.com/office/drawing/2014/main" id="{97D49A75-591D-45B6-813A-D04B87DB7CAD}"/>
              </a:ext>
            </a:extLst>
          </p:cNvPr>
          <p:cNvGrpSpPr/>
          <p:nvPr/>
        </p:nvGrpSpPr>
        <p:grpSpPr>
          <a:xfrm>
            <a:off x="566939" y="1010019"/>
            <a:ext cx="11121622" cy="5759897"/>
            <a:chOff x="0" y="-47625"/>
            <a:chExt cx="4393727" cy="2313669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CEB6CB30-5C36-4A7E-9639-5DA72C8C8C5D}"/>
                </a:ext>
              </a:extLst>
            </p:cNvPr>
            <p:cNvSpPr/>
            <p:nvPr/>
          </p:nvSpPr>
          <p:spPr>
            <a:xfrm>
              <a:off x="0" y="274449"/>
              <a:ext cx="4393727" cy="1991595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E1E7ECE9-2D38-4D77-B2B2-5872A0CDBAF8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0CB1C80F-3571-4C4D-A0E3-3DCE9FF280D0}"/>
              </a:ext>
            </a:extLst>
          </p:cNvPr>
          <p:cNvGrpSpPr/>
          <p:nvPr/>
        </p:nvGrpSpPr>
        <p:grpSpPr>
          <a:xfrm>
            <a:off x="472745" y="1453880"/>
            <a:ext cx="11121622" cy="5221912"/>
            <a:chOff x="0" y="-47625"/>
            <a:chExt cx="4356515" cy="2313669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CB1B4E2A-F9D2-4E14-80C8-0C443BF12220}"/>
                </a:ext>
              </a:extLst>
            </p:cNvPr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FAB70F6B-0630-491B-95B1-3B6FEF9A6CAD}"/>
                </a:ext>
              </a:extLst>
            </p:cNvPr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5" name="Group 10">
            <a:extLst>
              <a:ext uri="{FF2B5EF4-FFF2-40B4-BE49-F238E27FC236}">
                <a16:creationId xmlns:a16="http://schemas.microsoft.com/office/drawing/2014/main" id="{E346C2B0-AC2D-44D8-8E7C-B4232A48504B}"/>
              </a:ext>
            </a:extLst>
          </p:cNvPr>
          <p:cNvGrpSpPr/>
          <p:nvPr/>
        </p:nvGrpSpPr>
        <p:grpSpPr>
          <a:xfrm>
            <a:off x="1074134" y="2063485"/>
            <a:ext cx="10052487" cy="1966511"/>
            <a:chOff x="0" y="0"/>
            <a:chExt cx="1873950" cy="399048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C980246-1B4F-4C8C-9F8F-58D9792D889C}"/>
                </a:ext>
              </a:extLst>
            </p:cNvPr>
            <p:cNvSpPr/>
            <p:nvPr/>
          </p:nvSpPr>
          <p:spPr>
            <a:xfrm>
              <a:off x="0" y="0"/>
              <a:ext cx="1873950" cy="399048"/>
            </a:xfrm>
            <a:custGeom>
              <a:avLst/>
              <a:gdLst/>
              <a:ahLst/>
              <a:cxnLst/>
              <a:rect l="l" t="t" r="r" b="b"/>
              <a:pathLst>
                <a:path w="1873950" h="399048">
                  <a:moveTo>
                    <a:pt x="25026" y="0"/>
                  </a:moveTo>
                  <a:lnTo>
                    <a:pt x="1848924" y="0"/>
                  </a:lnTo>
                  <a:cubicBezTo>
                    <a:pt x="1855561" y="0"/>
                    <a:pt x="1861926" y="2637"/>
                    <a:pt x="1866620" y="7330"/>
                  </a:cubicBezTo>
                  <a:cubicBezTo>
                    <a:pt x="1871313" y="12023"/>
                    <a:pt x="1873950" y="18389"/>
                    <a:pt x="1873950" y="25026"/>
                  </a:cubicBezTo>
                  <a:lnTo>
                    <a:pt x="1873950" y="374022"/>
                  </a:lnTo>
                  <a:cubicBezTo>
                    <a:pt x="1873950" y="380660"/>
                    <a:pt x="1871313" y="387025"/>
                    <a:pt x="1866620" y="391718"/>
                  </a:cubicBezTo>
                  <a:cubicBezTo>
                    <a:pt x="1861926" y="396412"/>
                    <a:pt x="1855561" y="399048"/>
                    <a:pt x="1848924" y="399048"/>
                  </a:cubicBezTo>
                  <a:lnTo>
                    <a:pt x="25026" y="399048"/>
                  </a:lnTo>
                  <a:cubicBezTo>
                    <a:pt x="18389" y="399048"/>
                    <a:pt x="12023" y="396412"/>
                    <a:pt x="7330" y="391718"/>
                  </a:cubicBezTo>
                  <a:cubicBezTo>
                    <a:pt x="2637" y="387025"/>
                    <a:pt x="0" y="380660"/>
                    <a:pt x="0" y="374022"/>
                  </a:cubicBezTo>
                  <a:lnTo>
                    <a:pt x="0" y="25026"/>
                  </a:lnTo>
                  <a:cubicBezTo>
                    <a:pt x="0" y="18389"/>
                    <a:pt x="2637" y="12023"/>
                    <a:pt x="7330" y="7330"/>
                  </a:cubicBezTo>
                  <a:cubicBezTo>
                    <a:pt x="12023" y="2637"/>
                    <a:pt x="18389" y="0"/>
                    <a:pt x="250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FF3A72E3-D0D5-4665-8C49-15F4ED686510}"/>
                </a:ext>
              </a:extLst>
            </p:cNvPr>
            <p:cNvSpPr txBox="1"/>
            <p:nvPr/>
          </p:nvSpPr>
          <p:spPr>
            <a:xfrm>
              <a:off x="0" y="-47625"/>
              <a:ext cx="1873950" cy="44667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" name="Group 13">
            <a:extLst>
              <a:ext uri="{FF2B5EF4-FFF2-40B4-BE49-F238E27FC236}">
                <a16:creationId xmlns:a16="http://schemas.microsoft.com/office/drawing/2014/main" id="{9266E910-ACB3-4009-8785-62C5F8700529}"/>
              </a:ext>
            </a:extLst>
          </p:cNvPr>
          <p:cNvGrpSpPr/>
          <p:nvPr/>
        </p:nvGrpSpPr>
        <p:grpSpPr>
          <a:xfrm>
            <a:off x="1074134" y="4255463"/>
            <a:ext cx="10052487" cy="1966511"/>
            <a:chOff x="0" y="0"/>
            <a:chExt cx="1873950" cy="399048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420D413-2BA0-40E7-9B85-9F6BAA67429F}"/>
                </a:ext>
              </a:extLst>
            </p:cNvPr>
            <p:cNvSpPr/>
            <p:nvPr/>
          </p:nvSpPr>
          <p:spPr>
            <a:xfrm>
              <a:off x="0" y="0"/>
              <a:ext cx="1873950" cy="399048"/>
            </a:xfrm>
            <a:custGeom>
              <a:avLst/>
              <a:gdLst/>
              <a:ahLst/>
              <a:cxnLst/>
              <a:rect l="l" t="t" r="r" b="b"/>
              <a:pathLst>
                <a:path w="1873950" h="399048">
                  <a:moveTo>
                    <a:pt x="25026" y="0"/>
                  </a:moveTo>
                  <a:lnTo>
                    <a:pt x="1848924" y="0"/>
                  </a:lnTo>
                  <a:cubicBezTo>
                    <a:pt x="1855561" y="0"/>
                    <a:pt x="1861926" y="2637"/>
                    <a:pt x="1866620" y="7330"/>
                  </a:cubicBezTo>
                  <a:cubicBezTo>
                    <a:pt x="1871313" y="12023"/>
                    <a:pt x="1873950" y="18389"/>
                    <a:pt x="1873950" y="25026"/>
                  </a:cubicBezTo>
                  <a:lnTo>
                    <a:pt x="1873950" y="374022"/>
                  </a:lnTo>
                  <a:cubicBezTo>
                    <a:pt x="1873950" y="380660"/>
                    <a:pt x="1871313" y="387025"/>
                    <a:pt x="1866620" y="391718"/>
                  </a:cubicBezTo>
                  <a:cubicBezTo>
                    <a:pt x="1861926" y="396412"/>
                    <a:pt x="1855561" y="399048"/>
                    <a:pt x="1848924" y="399048"/>
                  </a:cubicBezTo>
                  <a:lnTo>
                    <a:pt x="25026" y="399048"/>
                  </a:lnTo>
                  <a:cubicBezTo>
                    <a:pt x="18389" y="399048"/>
                    <a:pt x="12023" y="396412"/>
                    <a:pt x="7330" y="391718"/>
                  </a:cubicBezTo>
                  <a:cubicBezTo>
                    <a:pt x="2637" y="387025"/>
                    <a:pt x="0" y="380660"/>
                    <a:pt x="0" y="374022"/>
                  </a:cubicBezTo>
                  <a:lnTo>
                    <a:pt x="0" y="25026"/>
                  </a:lnTo>
                  <a:cubicBezTo>
                    <a:pt x="0" y="18389"/>
                    <a:pt x="2637" y="12023"/>
                    <a:pt x="7330" y="7330"/>
                  </a:cubicBezTo>
                  <a:cubicBezTo>
                    <a:pt x="12023" y="2637"/>
                    <a:pt x="18389" y="0"/>
                    <a:pt x="250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266EAD9A-1E39-4ED3-BEFE-4052B95E9CD7}"/>
                </a:ext>
              </a:extLst>
            </p:cNvPr>
            <p:cNvSpPr txBox="1"/>
            <p:nvPr/>
          </p:nvSpPr>
          <p:spPr>
            <a:xfrm>
              <a:off x="0" y="-47625"/>
              <a:ext cx="1873950" cy="44667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" name="Group 24">
            <a:extLst>
              <a:ext uri="{FF2B5EF4-FFF2-40B4-BE49-F238E27FC236}">
                <a16:creationId xmlns:a16="http://schemas.microsoft.com/office/drawing/2014/main" id="{BFB8EDC4-2D13-481C-B605-6BD42E444508}"/>
              </a:ext>
            </a:extLst>
          </p:cNvPr>
          <p:cNvGrpSpPr/>
          <p:nvPr/>
        </p:nvGrpSpPr>
        <p:grpSpPr>
          <a:xfrm>
            <a:off x="735010" y="1912504"/>
            <a:ext cx="678247" cy="591452"/>
            <a:chOff x="0" y="0"/>
            <a:chExt cx="267949" cy="233660"/>
          </a:xfrm>
        </p:grpSpPr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F2436D44-7095-4E7F-A0F1-3A02F99740F8}"/>
                </a:ext>
              </a:extLst>
            </p:cNvPr>
            <p:cNvSpPr/>
            <p:nvPr/>
          </p:nvSpPr>
          <p:spPr>
            <a:xfrm>
              <a:off x="0" y="0"/>
              <a:ext cx="267949" cy="233660"/>
            </a:xfrm>
            <a:custGeom>
              <a:avLst/>
              <a:gdLst/>
              <a:ahLst/>
              <a:cxnLst/>
              <a:rect l="l" t="t" r="r" b="b"/>
              <a:pathLst>
                <a:path w="267949" h="233660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6">
              <a:extLst>
                <a:ext uri="{FF2B5EF4-FFF2-40B4-BE49-F238E27FC236}">
                  <a16:creationId xmlns:a16="http://schemas.microsoft.com/office/drawing/2014/main" id="{30CE27F8-B1BA-4BB5-BA6D-FCF8557D905E}"/>
                </a:ext>
              </a:extLst>
            </p:cNvPr>
            <p:cNvSpPr txBox="1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5" name="Group 27">
            <a:extLst>
              <a:ext uri="{FF2B5EF4-FFF2-40B4-BE49-F238E27FC236}">
                <a16:creationId xmlns:a16="http://schemas.microsoft.com/office/drawing/2014/main" id="{E7B14895-4C49-4B56-93CB-EF058D3DD409}"/>
              </a:ext>
            </a:extLst>
          </p:cNvPr>
          <p:cNvGrpSpPr/>
          <p:nvPr/>
        </p:nvGrpSpPr>
        <p:grpSpPr>
          <a:xfrm>
            <a:off x="735010" y="4104482"/>
            <a:ext cx="678247" cy="591452"/>
            <a:chOff x="0" y="0"/>
            <a:chExt cx="267949" cy="233660"/>
          </a:xfrm>
        </p:grpSpPr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A6CA8714-F92D-4E7B-903A-D41648391C27}"/>
                </a:ext>
              </a:extLst>
            </p:cNvPr>
            <p:cNvSpPr/>
            <p:nvPr/>
          </p:nvSpPr>
          <p:spPr>
            <a:xfrm>
              <a:off x="0" y="0"/>
              <a:ext cx="267949" cy="233660"/>
            </a:xfrm>
            <a:custGeom>
              <a:avLst/>
              <a:gdLst/>
              <a:ahLst/>
              <a:cxnLst/>
              <a:rect l="l" t="t" r="r" b="b"/>
              <a:pathLst>
                <a:path w="267949" h="233660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 defTabSz="609630" latinLnBrk="0"/>
              <a:endParaRPr lang="ko-KR" altLang="en-US" sz="120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27" name="TextBox 29">
              <a:extLst>
                <a:ext uri="{FF2B5EF4-FFF2-40B4-BE49-F238E27FC236}">
                  <a16:creationId xmlns:a16="http://schemas.microsoft.com/office/drawing/2014/main" id="{18B5A4E3-C302-4C14-91C4-92A7C2B599F3}"/>
                </a:ext>
              </a:extLst>
            </p:cNvPr>
            <p:cNvSpPr txBox="1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 latinLnBrk="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9" name="TextBox 33">
            <a:extLst>
              <a:ext uri="{FF2B5EF4-FFF2-40B4-BE49-F238E27FC236}">
                <a16:creationId xmlns:a16="http://schemas.microsoft.com/office/drawing/2014/main" id="{D307F053-E2CF-4318-BAC3-CA264C843823}"/>
              </a:ext>
            </a:extLst>
          </p:cNvPr>
          <p:cNvSpPr txBox="1"/>
          <p:nvPr/>
        </p:nvSpPr>
        <p:spPr>
          <a:xfrm>
            <a:off x="827466" y="2014105"/>
            <a:ext cx="517143" cy="325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 latinLnBrk="0">
              <a:lnSpc>
                <a:spcPts val="2855"/>
              </a:lnSpc>
              <a:spcBef>
                <a:spcPct val="0"/>
              </a:spcBef>
            </a:pPr>
            <a:r>
              <a:rPr lang="ko-KR" altLang="en-US" sz="1600" b="1" dirty="0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콘솔</a:t>
            </a:r>
            <a:endParaRPr lang="en-US" sz="1600" b="1" dirty="0">
              <a:solidFill>
                <a:srgbClr val="FFFFFF"/>
              </a:solidFill>
              <a:latin typeface="Nanum Square Round Bold"/>
              <a:ea typeface="Nanum Square Round Bold"/>
              <a:cs typeface="Nanum Square Round Bold"/>
              <a:sym typeface="Nanum Square Round Bold"/>
            </a:endParaRP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EA8948EA-2883-44E9-9231-70DA7F1F04DF}"/>
              </a:ext>
            </a:extLst>
          </p:cNvPr>
          <p:cNvSpPr txBox="1"/>
          <p:nvPr/>
        </p:nvSpPr>
        <p:spPr>
          <a:xfrm>
            <a:off x="896114" y="4200537"/>
            <a:ext cx="35603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 latinLnBrk="0">
              <a:lnSpc>
                <a:spcPts val="2855"/>
              </a:lnSpc>
              <a:spcBef>
                <a:spcPct val="0"/>
              </a:spcBef>
            </a:pPr>
            <a:r>
              <a:rPr lang="en-US" sz="1866" b="1" dirty="0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DB</a:t>
            </a:r>
          </a:p>
        </p:txBody>
      </p:sp>
      <p:sp>
        <p:nvSpPr>
          <p:cNvPr id="31" name="Freeform 19">
            <a:extLst>
              <a:ext uri="{FF2B5EF4-FFF2-40B4-BE49-F238E27FC236}">
                <a16:creationId xmlns:a16="http://schemas.microsoft.com/office/drawing/2014/main" id="{CFA841C0-2260-4FA6-B7AE-531265182C22}"/>
              </a:ext>
            </a:extLst>
          </p:cNvPr>
          <p:cNvSpPr/>
          <p:nvPr/>
        </p:nvSpPr>
        <p:spPr>
          <a:xfrm>
            <a:off x="10623940" y="5356798"/>
            <a:ext cx="1348829" cy="1272773"/>
          </a:xfrm>
          <a:custGeom>
            <a:avLst/>
            <a:gdLst/>
            <a:ahLst/>
            <a:cxnLst/>
            <a:rect l="l" t="t" r="r" b="b"/>
            <a:pathLst>
              <a:path w="3202401" h="3120885">
                <a:moveTo>
                  <a:pt x="0" y="0"/>
                </a:moveTo>
                <a:lnTo>
                  <a:pt x="3202401" y="0"/>
                </a:lnTo>
                <a:lnTo>
                  <a:pt x="3202401" y="3120885"/>
                </a:lnTo>
                <a:lnTo>
                  <a:pt x="0" y="31208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 latinLnBrk="0"/>
            <a:endParaRPr lang="ko-KR" altLang="en-US" sz="1200">
              <a:solidFill>
                <a:prstClr val="black"/>
              </a:solidFill>
              <a:latin typeface="Calibri"/>
              <a:ea typeface="맑은 고딕" panose="020B0503020000020004" pitchFamily="50" charset="-127"/>
            </a:endParaRPr>
          </a:p>
        </p:txBody>
      </p:sp>
      <p:pic>
        <p:nvPicPr>
          <p:cNvPr id="32" name="그림 31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AF89DC-7759-48FC-92E5-D20E126953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361" y="4449862"/>
            <a:ext cx="7527941" cy="1681992"/>
          </a:xfrm>
          <a:prstGeom prst="rect">
            <a:avLst/>
          </a:prstGeom>
        </p:spPr>
      </p:pic>
      <p:pic>
        <p:nvPicPr>
          <p:cNvPr id="33" name="그림 3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BE4736-48C7-4A4D-8BA9-B9CB86730B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360" y="2228922"/>
            <a:ext cx="7527941" cy="163656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580EECF-A5EF-43D9-8572-91EB82B55F44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8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383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CB2C46-2EBD-4D54-A18D-9E6DA735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5567FD7-00BB-4A9F-A4F6-57420AC3B42A}"/>
              </a:ext>
            </a:extLst>
          </p:cNvPr>
          <p:cNvSpPr txBox="1">
            <a:spLocks/>
          </p:cNvSpPr>
          <p:nvPr/>
        </p:nvSpPr>
        <p:spPr>
          <a:xfrm>
            <a:off x="9707134" y="5098820"/>
            <a:ext cx="2247122" cy="1462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최지원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175</Words>
  <Application>Microsoft Office PowerPoint</Application>
  <PresentationFormat>와이드스크린</PresentationFormat>
  <Paragraphs>40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Nanum Square Round Bold</vt:lpstr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57</cp:revision>
  <dcterms:created xsi:type="dcterms:W3CDTF">2025-08-05T00:27:28Z</dcterms:created>
  <dcterms:modified xsi:type="dcterms:W3CDTF">2025-08-20T01:44:40Z</dcterms:modified>
</cp:coreProperties>
</file>
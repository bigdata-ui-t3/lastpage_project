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93" r:id="rId4"/>
    <p:sldId id="292" r:id="rId5"/>
    <p:sldId id="298" r:id="rId6"/>
    <p:sldId id="287" r:id="rId7"/>
    <p:sldId id="294" r:id="rId8"/>
    <p:sldId id="296" r:id="rId9"/>
    <p:sldId id="295" r:id="rId10"/>
    <p:sldId id="290" r:id="rId11"/>
    <p:sldId id="297" r:id="rId12"/>
    <p:sldId id="28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45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2025-09-01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098820"/>
            <a:ext cx="2247122" cy="146287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서버프로그램 구현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"/>
            <a:ext cx="12191999" cy="1429670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altLang="ko-KR" dirty="0"/>
              <a:t>INDEX </a:t>
            </a:r>
            <a:r>
              <a:rPr lang="ko-KR" altLang="en-US" dirty="0"/>
              <a:t>및 </a:t>
            </a:r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987" y="2423433"/>
            <a:ext cx="11881608" cy="3863101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</a:rPr>
              <a:t>순서도 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    2p </a:t>
            </a:r>
            <a:r>
              <a:rPr lang="ko-KR" altLang="en-US" sz="2000" b="1" dirty="0">
                <a:solidFill>
                  <a:schemeClr val="bg1"/>
                </a:solidFill>
              </a:rPr>
              <a:t>최지원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전체 파일 구성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----------------------------------------------    8p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손보금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3. MemberDto.java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----------------------------------------------    3p  </a:t>
            </a:r>
            <a:r>
              <a:rPr lang="ko-KR" altLang="en-US" sz="2000" b="1" dirty="0">
                <a:solidFill>
                  <a:schemeClr val="bg1"/>
                </a:solidFill>
              </a:rPr>
              <a:t>박준형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4. DbUtils.java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    4p – 7p </a:t>
            </a:r>
            <a:r>
              <a:rPr lang="ko-KR" altLang="en-US" sz="2000" b="1" dirty="0" err="1">
                <a:solidFill>
                  <a:schemeClr val="bg1"/>
                </a:solidFill>
              </a:rPr>
              <a:t>손보금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bg1"/>
                </a:solidFill>
              </a:rPr>
              <a:t>5. 02Join.jsp </a:t>
            </a:r>
            <a:r>
              <a:rPr lang="ko-KR" altLang="en-US" sz="2000" b="1" dirty="0">
                <a:solidFill>
                  <a:schemeClr val="bg1"/>
                </a:solidFill>
              </a:rPr>
              <a:t>구현 및 동작 설명 </a:t>
            </a:r>
            <a:r>
              <a:rPr lang="en-US" altLang="ko-KR" sz="2000" b="1" dirty="0">
                <a:solidFill>
                  <a:schemeClr val="bg1"/>
                </a:solidFill>
              </a:rPr>
              <a:t>----------------------------------------------    8p </a:t>
            </a:r>
            <a:r>
              <a:rPr lang="ko-KR" altLang="en-US" sz="2000" b="1" dirty="0">
                <a:solidFill>
                  <a:schemeClr val="bg1"/>
                </a:solidFill>
              </a:rPr>
              <a:t>심예진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endParaRPr lang="en-US" altLang="ko-KR" sz="1100" b="1" dirty="0">
              <a:solidFill>
                <a:schemeClr val="bg1"/>
              </a:solidFill>
            </a:endParaRPr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1.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순서도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(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회원가입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draw.io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파일 캡쳐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)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1836394-6BA1-4ABE-86A5-BDBF1CC405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05" y="1661388"/>
            <a:ext cx="5998325" cy="46721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03AE1E9-F6CC-44AB-BDFE-9061AC6C17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558" y="1661388"/>
            <a:ext cx="5527637" cy="4692194"/>
          </a:xfrm>
          <a:prstGeom prst="rect">
            <a:avLst/>
          </a:prstGeom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DA479A3F-732D-4D07-9257-628907FAEA5A}"/>
              </a:ext>
            </a:extLst>
          </p:cNvPr>
          <p:cNvCxnSpPr>
            <a:cxnSpLocks/>
          </p:cNvCxnSpPr>
          <p:nvPr/>
        </p:nvCxnSpPr>
        <p:spPr>
          <a:xfrm flipV="1">
            <a:off x="3236686" y="2017486"/>
            <a:ext cx="5094514" cy="4070574"/>
          </a:xfrm>
          <a:prstGeom prst="bentConnector3">
            <a:avLst>
              <a:gd name="adj1" fmla="val 55698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1392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38D4E522-B15C-4267-02A0-64960C2EB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2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.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MemberDto</a:t>
            </a:r>
            <a:r>
              <a:rPr lang="en-US" altLang="ko-KR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, </a:t>
            </a:r>
            <a:r>
              <a:rPr lang="en-US" altLang="ko-KR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DbUtils,Join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파일이 다 있는 지 </a:t>
            </a:r>
            <a:r>
              <a:rPr lang="ko-KR" altLang="en-US" dirty="0" err="1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한장</a:t>
            </a:r>
            <a:r>
              <a:rPr lang="ko-KR" altLang="en-US" dirty="0">
                <a:solidFill>
                  <a:prstClr val="black"/>
                </a:solidFill>
                <a:latin typeface="맑은 고딕" panose="020F0302020204030204"/>
                <a:ea typeface="맑은 고딕" panose="020B0503020000020004" pitchFamily="50" charset="-127"/>
              </a:rPr>
              <a:t> 캡쳐</a:t>
            </a: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302020204030204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5E0C4AB9-2DF5-838A-7831-101C28958028}"/>
              </a:ext>
            </a:extLst>
          </p:cNvPr>
          <p:cNvSpPr txBox="1"/>
          <p:nvPr/>
        </p:nvSpPr>
        <p:spPr>
          <a:xfrm>
            <a:off x="582388" y="925402"/>
            <a:ext cx="11027428" cy="5856476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53DCB1-4CDC-4F0C-9D49-0641A8B7C223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3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0A61549-9C66-4285-97F2-D0F9D2BBCF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347" y="1720487"/>
            <a:ext cx="3200847" cy="4639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C49EB8-6CF5-43A1-BE46-5A384EF60B2E}"/>
              </a:ext>
            </a:extLst>
          </p:cNvPr>
          <p:cNvSpPr txBox="1"/>
          <p:nvPr/>
        </p:nvSpPr>
        <p:spPr>
          <a:xfrm>
            <a:off x="6454783" y="3429000"/>
            <a:ext cx="4978401" cy="1666162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MemberDto.java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DbUtils.java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altLang="ko-KR" b="1" dirty="0">
                <a:solidFill>
                  <a:schemeClr val="bg1"/>
                </a:solidFill>
              </a:rPr>
              <a:t>02Join.jsp </a:t>
            </a:r>
            <a:r>
              <a:rPr lang="ko-KR" altLang="en-US" b="1" dirty="0">
                <a:solidFill>
                  <a:schemeClr val="bg1"/>
                </a:solidFill>
              </a:rPr>
              <a:t>구현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4D2C6E-7864-4D8A-97B7-59B8DADC18F3}"/>
              </a:ext>
            </a:extLst>
          </p:cNvPr>
          <p:cNvSpPr txBox="1"/>
          <p:nvPr/>
        </p:nvSpPr>
        <p:spPr>
          <a:xfrm>
            <a:off x="2423884" y="2743201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E20CC7-2422-48B5-81F9-411FA651111B}"/>
              </a:ext>
            </a:extLst>
          </p:cNvPr>
          <p:cNvSpPr txBox="1"/>
          <p:nvPr/>
        </p:nvSpPr>
        <p:spPr>
          <a:xfrm>
            <a:off x="2423884" y="3242359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4256210-7981-41CC-92E9-9197D7D4C7E8}"/>
              </a:ext>
            </a:extLst>
          </p:cNvPr>
          <p:cNvSpPr txBox="1"/>
          <p:nvPr/>
        </p:nvSpPr>
        <p:spPr>
          <a:xfrm>
            <a:off x="2423884" y="5304972"/>
            <a:ext cx="1277260" cy="188686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7AC1CC77-EA5D-49FA-99F8-088743195562}"/>
              </a:ext>
            </a:extLst>
          </p:cNvPr>
          <p:cNvCxnSpPr>
            <a:cxnSpLocks/>
            <a:stCxn id="10" idx="3"/>
            <a:endCxn id="9" idx="1"/>
          </p:cNvCxnSpPr>
          <p:nvPr/>
        </p:nvCxnSpPr>
        <p:spPr>
          <a:xfrm>
            <a:off x="3701144" y="2837544"/>
            <a:ext cx="2753639" cy="1424537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90BFC832-516B-4934-8A10-62D1BECAFA89}"/>
              </a:ext>
            </a:extLst>
          </p:cNvPr>
          <p:cNvCxnSpPr>
            <a:cxnSpLocks/>
            <a:stCxn id="39" idx="3"/>
            <a:endCxn id="9" idx="1"/>
          </p:cNvCxnSpPr>
          <p:nvPr/>
        </p:nvCxnSpPr>
        <p:spPr>
          <a:xfrm>
            <a:off x="3701144" y="3336702"/>
            <a:ext cx="2753639" cy="925379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62682A32-6F43-4266-9B3A-418B0351B063}"/>
              </a:ext>
            </a:extLst>
          </p:cNvPr>
          <p:cNvCxnSpPr>
            <a:cxnSpLocks/>
            <a:stCxn id="41" idx="3"/>
            <a:endCxn id="9" idx="1"/>
          </p:cNvCxnSpPr>
          <p:nvPr/>
        </p:nvCxnSpPr>
        <p:spPr>
          <a:xfrm flipV="1">
            <a:off x="3701144" y="4262081"/>
            <a:ext cx="2753639" cy="1137234"/>
          </a:xfrm>
          <a:prstGeom prst="bentConnector3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939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MemberDto.java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0BD38C2-90CB-4236-B711-038246B42D23}"/>
              </a:ext>
            </a:extLst>
          </p:cNvPr>
          <p:cNvSpPr txBox="1"/>
          <p:nvPr/>
        </p:nvSpPr>
        <p:spPr>
          <a:xfrm>
            <a:off x="494950" y="1495081"/>
            <a:ext cx="11113156" cy="5214649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8C2A7-D0F3-46AB-A3C0-12D7A4FBC3AE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28DE038-E9C7-4E12-B2EF-DD96506C4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3" y="1556677"/>
            <a:ext cx="5187363" cy="483293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EB83B81-9C04-4BD0-8DC7-19B72276A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523" y="1556675"/>
            <a:ext cx="6760474" cy="483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54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3. MemberDto.java </a:t>
            </a: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302020204030204"/>
                <a:ea typeface="맑은 고딕" panose="020B0503020000020004" pitchFamily="50" charset="-127"/>
                <a:cs typeface="+mj-cs"/>
              </a:rPr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5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042D3F6-D441-4A82-BA36-57183431A9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1" y="1499689"/>
            <a:ext cx="5303638" cy="525925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6082C22-7577-4C0A-85C4-07153AD879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1462" y="1499689"/>
            <a:ext cx="3513911" cy="48899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D39C6B-63D5-4130-BCEE-8F84F0EC70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016" y="1499689"/>
            <a:ext cx="3266309" cy="488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2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3. MemberDto.java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0BD38C2-90CB-4236-B711-038246B42D23}"/>
              </a:ext>
            </a:extLst>
          </p:cNvPr>
          <p:cNvSpPr txBox="1"/>
          <p:nvPr/>
        </p:nvSpPr>
        <p:spPr>
          <a:xfrm>
            <a:off x="494950" y="1495081"/>
            <a:ext cx="11113156" cy="5214649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98C2A7-D0F3-46AB-A3C0-12D7A4FBC3AE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6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9012005-F2C9-46CE-BD5B-DAA0F43F7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551" y="2525824"/>
            <a:ext cx="10555173" cy="231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11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DbUtils.java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7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8D3609A-0087-4518-96C5-73308A28F0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1711" y="1696750"/>
            <a:ext cx="6072021" cy="487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7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제목 27">
            <a:extLst>
              <a:ext uri="{FF2B5EF4-FFF2-40B4-BE49-F238E27FC236}">
                <a16:creationId xmlns:a16="http://schemas.microsoft.com/office/drawing/2014/main" id="{915036D7-6872-454E-9683-74DC284D3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53660" cy="1353422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4. DbUtils.java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6494E9D6-DE83-49B9-8060-F3459DEDC648}"/>
              </a:ext>
            </a:extLst>
          </p:cNvPr>
          <p:cNvSpPr txBox="1"/>
          <p:nvPr/>
        </p:nvSpPr>
        <p:spPr>
          <a:xfrm>
            <a:off x="761624" y="1071943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 defTabSz="609630" latinLnBrk="0">
              <a:lnSpc>
                <a:spcPts val="1773"/>
              </a:lnSpc>
              <a:spcBef>
                <a:spcPct val="0"/>
              </a:spcBef>
            </a:pPr>
            <a:endParaRPr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7A86133-2F05-4C44-81DE-79C0A129E336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8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EEC26F-00CD-41E1-9205-B86454E46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880" y="1718547"/>
            <a:ext cx="7826237" cy="484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14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5. 02Join.jsp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E8ACEFC-BE3F-4B14-BC73-1BCC62CCB99F}"/>
              </a:ext>
            </a:extLst>
          </p:cNvPr>
          <p:cNvSpPr txBox="1"/>
          <p:nvPr/>
        </p:nvSpPr>
        <p:spPr>
          <a:xfrm>
            <a:off x="1095372" y="528831"/>
            <a:ext cx="16541142" cy="8784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3838F2-387F-48AD-91D9-BA84FB29DA12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9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3FCEA46-FAE2-4130-AD44-EE520772378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964" t="9143" r="51259" b="18475"/>
          <a:stretch/>
        </p:blipFill>
        <p:spPr>
          <a:xfrm>
            <a:off x="1494006" y="1663887"/>
            <a:ext cx="4361906" cy="496388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CD1A97-9E6A-40E0-AE4C-6006A4481F1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50" t="11619" r="49157" b="17588"/>
          <a:stretch/>
        </p:blipFill>
        <p:spPr>
          <a:xfrm>
            <a:off x="5949252" y="1663722"/>
            <a:ext cx="4748742" cy="496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4472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DC70CEF2-FC29-4B06-A003-15A4A420266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/>
              <a:t>5. 02Join.jsp </a:t>
            </a:r>
            <a:r>
              <a:rPr lang="ko-KR" altLang="en-US" dirty="0"/>
              <a:t>구현 및 동작 설명</a:t>
            </a: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32B8ED-B3D2-BC65-A7A7-B9656606C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11" name="TextBox 7">
            <a:extLst>
              <a:ext uri="{FF2B5EF4-FFF2-40B4-BE49-F238E27FC236}">
                <a16:creationId xmlns:a16="http://schemas.microsoft.com/office/drawing/2014/main" id="{3E8ACEFC-BE3F-4B14-BC73-1BCC62CCB99F}"/>
              </a:ext>
            </a:extLst>
          </p:cNvPr>
          <p:cNvSpPr txBox="1"/>
          <p:nvPr/>
        </p:nvSpPr>
        <p:spPr>
          <a:xfrm>
            <a:off x="1095372" y="528831"/>
            <a:ext cx="16541142" cy="8784712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3838F2-387F-48AD-91D9-BA84FB29DA12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10</a:t>
            </a:r>
            <a:endParaRPr lang="ko-KR" altLang="en-US" dirty="0">
              <a:solidFill>
                <a:schemeClr val="bg1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D682AD2-7C85-491E-92D0-53E2BB802D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27" t="10241" r="48298" b="20193"/>
          <a:stretch/>
        </p:blipFill>
        <p:spPr>
          <a:xfrm>
            <a:off x="1246927" y="1773197"/>
            <a:ext cx="4739640" cy="47707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FFD40FB-32F8-4B9B-8AD1-CCB7A2554C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826" t="19628" r="52500" b="19196"/>
          <a:stretch/>
        </p:blipFill>
        <p:spPr>
          <a:xfrm>
            <a:off x="6096000" y="1773197"/>
            <a:ext cx="4807163" cy="4770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230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CB2C46-2EBD-4D54-A18D-9E6DA7350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75567FD7-00BB-4A9F-A4F6-57420AC3B42A}"/>
              </a:ext>
            </a:extLst>
          </p:cNvPr>
          <p:cNvSpPr txBox="1">
            <a:spLocks/>
          </p:cNvSpPr>
          <p:nvPr/>
        </p:nvSpPr>
        <p:spPr>
          <a:xfrm>
            <a:off x="9707134" y="5098820"/>
            <a:ext cx="2247122" cy="14628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최지원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187</Words>
  <Application>Microsoft Office PowerPoint</Application>
  <PresentationFormat>와이드스크린</PresentationFormat>
  <Paragraphs>42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67</cp:revision>
  <dcterms:created xsi:type="dcterms:W3CDTF">2025-08-05T00:27:28Z</dcterms:created>
  <dcterms:modified xsi:type="dcterms:W3CDTF">2025-09-01T02:00:16Z</dcterms:modified>
</cp:coreProperties>
</file>
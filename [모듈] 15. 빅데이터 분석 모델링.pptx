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8" r:id="rId2"/>
    <p:sldId id="257" r:id="rId3"/>
    <p:sldId id="344" r:id="rId4"/>
    <p:sldId id="286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39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테마 스타일 1 - 강조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535" autoAdjust="0"/>
    <p:restoredTop sz="94660"/>
  </p:normalViewPr>
  <p:slideViewPr>
    <p:cSldViewPr snapToGrid="0">
      <p:cViewPr varScale="1">
        <p:scale>
          <a:sx n="65" d="100"/>
          <a:sy n="65" d="100"/>
        </p:scale>
        <p:origin x="102" y="6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64FBC-A603-4149-BCAB-2D4F768B91F6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DF3FA8-2471-4FD8-B750-534028B4DD9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73044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EC2D174-CB32-4F11-B7D5-1A7BA59E4A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9D795AB-E336-45EB-A305-DD9AC46839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B2254FD-84F1-428D-9057-ADAB81B3D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BD85F5-ED05-4F59-AE9E-A58CEDA5BC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79A623-0C98-4283-9D38-6AB30199D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88108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1DFFC5-38A8-42C2-A273-FAB663237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07E2275-8578-4DB7-9D83-8CCD9E2910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647C62E-4128-4DAC-A65A-27BB07B15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924C588-E11C-4D94-8F48-301C424F2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81D5DEC-11A5-4320-839E-7F51A3AE9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0296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E59599-3C19-445B-8494-65877CB89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E5B53FD-C5F7-4500-BCF7-72846463F3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E83EE29-7B5A-4A33-A2E2-95C3F6079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6DC215-611A-40F3-A9AE-4EE2515F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F079D90-5960-4F74-B035-C3B189499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48618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B7EE06-1A7E-4A92-AAD0-9B86B8FF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5688597-0625-4374-89CD-44B8845505F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525B3D4-AF4B-4AE8-8394-D610318F67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F47BFB0-D7CE-457E-9189-BFF67F8D5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705FD7-3D9F-4845-8269-DDACF14166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22645E4-0207-4203-9E82-F7636B0D51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4387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10BA0D-07F6-4D96-BF5B-9436CB1AF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9A570F5-018D-444F-B20D-7729D02D8E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81EA175-6F80-498A-B91B-186EB4E9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88C8E9D-6863-4906-B550-56942E2D37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351414A-34E4-4E1D-8229-4BAA2EB301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1AA7644-2A06-4E36-80B6-059F98256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5C1EA36-C08D-410A-BF83-A04F264E6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E1CC500D-50CE-43C2-8933-D267B7AE9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4126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703C0-9ACF-4AAE-9D37-8D18B26C76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A7A6BCB5-73A1-4024-82FE-AF51172CB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8FF8ED94-3DD5-42AA-8FF1-38C6499C7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6D23E3A-D959-4203-BD40-C83512760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16076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AC8A935A-7442-4F58-8D11-325F1B5C6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2FFBA2FD-9246-42AD-B56C-E8EA7AE50A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6FE6B8E-4A69-4A9B-A9DD-5F0CB7237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1216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16DA8A-92BC-49DE-A8CF-C983904A3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23E4CE-55E3-4027-A86D-AC29312D7E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63CD0D5-63EF-4021-AF42-9F742E4957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B8D621F-7A35-4AB1-9015-6EE6F3156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C5FD7D6-46C4-408F-847C-245D5126F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6B04C4-A611-43E8-834B-444CAF0265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7260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CDD74F-EF7A-4889-85F7-871326D4A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E16CC49-48CD-4612-BF78-EBB3B04EE3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087BBA3-126E-40D9-955B-8C8D7877CC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7E777C-8677-437F-9339-DEE00C799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411FACA-F355-4D90-B353-2AE547D56B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D0C2A7F-AB07-44EB-9EF8-2BEB08E2B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807580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1F0666-4475-4B01-8F4E-B875648A86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97346D4-00C3-47FF-9B09-D4FF35DCC3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E781B1-9EDD-4233-A374-EB535A6E5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826D15-4D50-4692-B46D-F882C66EE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245EE2F-D229-4007-8D9F-7A3820BE1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2924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EF2BF9F-0C81-4E8A-886A-CAEB2C36B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A505AFD-1AA5-45B8-BD53-DA28197BD7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49204C-AB5D-4CA3-9046-1619B2154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FA9E8D-4B61-46A7-A49A-9045BDFD6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EB5F22-C6F7-44D5-ACE0-6E7A148D0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841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A488827D-BBE9-423B-8A3E-16F1434F1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B1ACD2B-EAC8-4DAE-80BC-8153D0C808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87A703-9670-4373-B621-3347DC4D1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5F23D8-EC25-4018-9CD7-C53C9D694542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25031C-9617-4CD5-AB16-821A2E945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749AC1-BC97-42DC-BBFB-1FF1599E85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3952CE-132A-4246-9EFC-67360164121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8926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9FB2B1-ADA3-4D09-BE1E-5FE440FEF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707134" y="5409213"/>
            <a:ext cx="2247122" cy="1261535"/>
          </a:xfrm>
        </p:spPr>
        <p:txBody>
          <a:bodyPr>
            <a:noAutofit/>
          </a:bodyPr>
          <a:lstStyle/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 dirty="0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 err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 dirty="0">
              <a:solidFill>
                <a:schemeClr val="bg1"/>
              </a:solidFill>
              <a:latin typeface="+mn-ea"/>
            </a:endParaRPr>
          </a:p>
          <a:p>
            <a:pPr marL="0" indent="0" algn="r">
              <a:buNone/>
            </a:pPr>
            <a:r>
              <a:rPr lang="ko-KR" altLang="en-US" sz="1400" b="1" dirty="0">
                <a:solidFill>
                  <a:schemeClr val="bg1"/>
                </a:solidFill>
                <a:latin typeface="+mn-ea"/>
              </a:rPr>
              <a:t>심예진</a:t>
            </a:r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3DA77DD5-F07A-4FA6-8DEA-409A2C5ABB17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빅데이터 분석 모델링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0892D854-65E9-4161-BD25-B1C960BA7B0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BC62395-CB82-C6B8-18EC-276CC2A8E7CC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pic>
        <p:nvPicPr>
          <p:cNvPr id="13" name="그림 1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47CCDA8-F2F2-6E33-1693-7115E4B9C6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74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D2E548-C65D-48A7-AF17-BB29D6CB8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1999" cy="1429670"/>
          </a:xfrm>
          <a:solidFill>
            <a:schemeClr val="bg1"/>
          </a:solidFill>
        </p:spPr>
        <p:txBody>
          <a:bodyPr>
            <a:normAutofit/>
          </a:bodyPr>
          <a:lstStyle/>
          <a:p>
            <a:pPr algn="ctr"/>
            <a:r>
              <a:rPr lang="en-US" altLang="ko-KR" sz="2800" dirty="0"/>
              <a:t>INDEX </a:t>
            </a:r>
            <a:r>
              <a:rPr lang="ko-KR" altLang="en-US" sz="2800" dirty="0"/>
              <a:t>및 </a:t>
            </a:r>
            <a:r>
              <a:rPr lang="en-US" altLang="ko-KR" sz="2800" dirty="0"/>
              <a:t>CONTENTS</a:t>
            </a:r>
            <a:endParaRPr lang="ko-KR" altLang="en-US" sz="2800" dirty="0"/>
          </a:p>
        </p:txBody>
      </p:sp>
      <p:pic>
        <p:nvPicPr>
          <p:cNvPr id="5" name="그림 4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4B4ED27-7257-EC1F-98C4-E6E38551F9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131" y="236265"/>
            <a:ext cx="815249" cy="81524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0EC93E1F-B78C-523A-B7A0-7AA31B32F725}"/>
              </a:ext>
            </a:extLst>
          </p:cNvPr>
          <p:cNvSpPr txBox="1"/>
          <p:nvPr/>
        </p:nvSpPr>
        <p:spPr>
          <a:xfrm>
            <a:off x="11446707" y="6439943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1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4EA2501B-6B7D-417C-BE87-5373F6C9C5A5}"/>
              </a:ext>
            </a:extLst>
          </p:cNvPr>
          <p:cNvSpPr txBox="1">
            <a:spLocks/>
          </p:cNvSpPr>
          <p:nvPr/>
        </p:nvSpPr>
        <p:spPr>
          <a:xfrm>
            <a:off x="475542" y="2103098"/>
            <a:ext cx="11256675" cy="376025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불러오기 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 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2p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데이터 구조 확인하기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3p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–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4p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자료형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메모리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/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결측치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확인하기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손보금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5p – 6p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수치형 통계 요약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평균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표준편차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최대값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최소값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사분위수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 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7P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범주형 통계 요약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총개수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, </a:t>
            </a: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최빈값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등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) 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 err="1">
                <a:solidFill>
                  <a:schemeClr val="bg1"/>
                </a:solidFill>
                <a:latin typeface="+mj-lt"/>
              </a:rPr>
              <a:t>컬럼별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 결측 여부 확인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박준형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8P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Item_Type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– </a:t>
            </a:r>
            <a:r>
              <a:rPr lang="en-US" altLang="ko-KR" sz="1500" b="1" dirty="0" err="1">
                <a:solidFill>
                  <a:schemeClr val="bg1"/>
                </a:solidFill>
                <a:latin typeface="+mj-lt"/>
              </a:rPr>
              <a:t>Item_Outlet_Sales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값 간의 회귀분석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(OLS) 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9P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AutoNum type="arabicPeriod"/>
            </a:pP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그래프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------------------------------------------------------------------------------------------------------------ </a:t>
            </a:r>
            <a:r>
              <a:rPr lang="ko-KR" altLang="en-US" sz="1500" b="1" dirty="0">
                <a:solidFill>
                  <a:schemeClr val="bg1"/>
                </a:solidFill>
                <a:latin typeface="+mj-lt"/>
              </a:rPr>
              <a:t>심예진 </a:t>
            </a:r>
            <a:r>
              <a:rPr lang="en-US" altLang="ko-KR" sz="1500" b="1" dirty="0">
                <a:solidFill>
                  <a:schemeClr val="bg1"/>
                </a:solidFill>
                <a:latin typeface="+mj-lt"/>
              </a:rPr>
              <a:t>10P</a:t>
            </a:r>
          </a:p>
        </p:txBody>
      </p:sp>
    </p:spTree>
    <p:extLst>
      <p:ext uri="{BB962C8B-B14F-4D97-AF65-F5344CB8AC3E}">
        <p14:creationId xmlns:p14="http://schemas.microsoft.com/office/powerpoint/2010/main" val="24842745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847136B-A6BB-1D81-FAFA-C79B688616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">
            <a:extLst>
              <a:ext uri="{FF2B5EF4-FFF2-40B4-BE49-F238E27FC236}">
                <a16:creationId xmlns:a16="http://schemas.microsoft.com/office/drawing/2014/main" id="{65E78ADC-476A-9454-1FF3-4C2A7C014EC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1999" cy="1453881"/>
          </a:xfrm>
          <a:prstGeom prst="rect">
            <a:avLst/>
          </a:prstGeom>
          <a:solidFill>
            <a:schemeClr val="bg1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1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1</a:t>
            </a: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3" name="그림 2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DF55BD1-195D-E2CC-A2C8-8DB3D9357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319316"/>
            <a:ext cx="815249" cy="815249"/>
          </a:xfrm>
          <a:prstGeom prst="rect">
            <a:avLst/>
          </a:prstGeom>
        </p:spPr>
      </p:pic>
      <p:sp>
        <p:nvSpPr>
          <p:cNvPr id="8" name="TextBox 4">
            <a:extLst>
              <a:ext uri="{FF2B5EF4-FFF2-40B4-BE49-F238E27FC236}">
                <a16:creationId xmlns:a16="http://schemas.microsoft.com/office/drawing/2014/main" id="{7B732A7B-E5FC-C187-1B8B-8F966DF966F8}"/>
              </a:ext>
            </a:extLst>
          </p:cNvPr>
          <p:cNvSpPr txBox="1"/>
          <p:nvPr/>
        </p:nvSpPr>
        <p:spPr>
          <a:xfrm>
            <a:off x="758816" y="769940"/>
            <a:ext cx="11027428" cy="5856475"/>
          </a:xfrm>
          <a:prstGeom prst="rect">
            <a:avLst/>
          </a:prstGeom>
        </p:spPr>
        <p:txBody>
          <a:bodyPr lIns="33867" tIns="33867" rIns="33867" bIns="33867" rtlCol="0" anchor="ctr"/>
          <a:lstStyle/>
          <a:p>
            <a:pPr marL="0" marR="0" lvl="0" indent="0" algn="ctr" defTabSz="609630" rtl="0" eaLnBrk="1" fontAlgn="auto" latinLnBrk="0" hangingPunct="1">
              <a:lnSpc>
                <a:spcPts val="1773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E081CC60-FAA6-4FCF-900D-7F243F1B55D5}"/>
              </a:ext>
            </a:extLst>
          </p:cNvPr>
          <p:cNvSpPr txBox="1"/>
          <p:nvPr/>
        </p:nvSpPr>
        <p:spPr>
          <a:xfrm>
            <a:off x="11513819" y="6389609"/>
            <a:ext cx="6781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prstClr val="white"/>
                </a:solidFill>
                <a:latin typeface="맑은 고딕" panose="020F0502020204030204"/>
                <a:ea typeface="맑은 고딕" panose="020B0503020000020004" pitchFamily="50" charset="-127"/>
              </a:rPr>
              <a:t>2</a:t>
            </a: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9088855-99D6-432D-A529-83D9A34BC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194" y="1698390"/>
            <a:ext cx="8102455" cy="48758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ED337DF-6FB7-4F2F-A05F-8FB445AD04D9}"/>
              </a:ext>
            </a:extLst>
          </p:cNvPr>
          <p:cNvSpPr txBox="1"/>
          <p:nvPr/>
        </p:nvSpPr>
        <p:spPr>
          <a:xfrm>
            <a:off x="8996516" y="2492477"/>
            <a:ext cx="278972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>
                <a:solidFill>
                  <a:schemeClr val="bg1"/>
                </a:solidFill>
              </a:rPr>
              <a:t>예진</a:t>
            </a:r>
            <a:br>
              <a:rPr lang="en-US" altLang="ko-KR" dirty="0">
                <a:solidFill>
                  <a:schemeClr val="bg1"/>
                </a:solidFill>
              </a:rPr>
            </a:b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문제 </a:t>
            </a:r>
            <a:r>
              <a:rPr lang="en-US" altLang="ko-KR" dirty="0">
                <a:solidFill>
                  <a:schemeClr val="bg1"/>
                </a:solidFill>
              </a:rPr>
              <a:t>- </a:t>
            </a:r>
            <a:r>
              <a:rPr lang="ko-KR" altLang="en-US" dirty="0">
                <a:solidFill>
                  <a:schemeClr val="bg1"/>
                </a:solidFill>
              </a:rPr>
              <a:t>부분에서 </a:t>
            </a:r>
            <a:r>
              <a:rPr lang="en-US" altLang="ko-KR" dirty="0">
                <a:solidFill>
                  <a:schemeClr val="bg1"/>
                </a:solidFill>
              </a:rPr>
              <a:t>1) ~ 3)</a:t>
            </a:r>
            <a:r>
              <a:rPr lang="ko-KR" altLang="en-US" dirty="0">
                <a:solidFill>
                  <a:schemeClr val="bg1"/>
                </a:solidFill>
              </a:rPr>
              <a:t>까지 </a:t>
            </a:r>
            <a:r>
              <a:rPr lang="en-US" altLang="ko-KR" dirty="0">
                <a:solidFill>
                  <a:schemeClr val="bg1"/>
                </a:solidFill>
              </a:rPr>
              <a:t>ppt </a:t>
            </a:r>
          </a:p>
          <a:p>
            <a:endParaRPr lang="en-US" altLang="ko-KR" dirty="0">
              <a:solidFill>
                <a:schemeClr val="bg1"/>
              </a:solidFill>
            </a:endParaRPr>
          </a:p>
          <a:p>
            <a:r>
              <a:rPr lang="ko-KR" altLang="en-US" b="1" dirty="0" err="1">
                <a:solidFill>
                  <a:schemeClr val="bg1"/>
                </a:solidFill>
              </a:rPr>
              <a:t>보금</a:t>
            </a:r>
            <a:endParaRPr lang="en-US" altLang="ko-KR" b="1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r>
              <a:rPr lang="ko-KR" altLang="en-US" dirty="0">
                <a:solidFill>
                  <a:schemeClr val="bg1"/>
                </a:solidFill>
              </a:rPr>
              <a:t>문제 </a:t>
            </a:r>
            <a:r>
              <a:rPr lang="en-US" altLang="ko-KR" dirty="0">
                <a:solidFill>
                  <a:schemeClr val="bg1"/>
                </a:solidFill>
              </a:rPr>
              <a:t>– </a:t>
            </a:r>
            <a:r>
              <a:rPr lang="ko-KR" altLang="en-US" dirty="0">
                <a:solidFill>
                  <a:schemeClr val="bg1"/>
                </a:solidFill>
              </a:rPr>
              <a:t>부분에서 </a:t>
            </a:r>
            <a:r>
              <a:rPr lang="en-US" altLang="ko-KR" dirty="0">
                <a:solidFill>
                  <a:schemeClr val="bg1"/>
                </a:solidFill>
              </a:rPr>
              <a:t>4) ~ 5) </a:t>
            </a:r>
            <a:r>
              <a:rPr lang="ko-KR" altLang="en-US" dirty="0">
                <a:solidFill>
                  <a:schemeClr val="bg1"/>
                </a:solidFill>
              </a:rPr>
              <a:t>까지 </a:t>
            </a:r>
            <a:r>
              <a:rPr lang="en-US" altLang="ko-KR" dirty="0">
                <a:solidFill>
                  <a:schemeClr val="bg1"/>
                </a:solidFill>
              </a:rPr>
              <a:t>ppt</a:t>
            </a:r>
          </a:p>
        </p:txBody>
      </p:sp>
    </p:spTree>
    <p:extLst>
      <p:ext uri="{BB962C8B-B14F-4D97-AF65-F5344CB8AC3E}">
        <p14:creationId xmlns:p14="http://schemas.microsoft.com/office/powerpoint/2010/main" val="21519105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393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9EDF5F-EEC7-7330-11DA-82489AF659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B105F9C-5F0F-C98D-C444-7E79C05C12A2}"/>
              </a:ext>
            </a:extLst>
          </p:cNvPr>
          <p:cNvSpPr txBox="1">
            <a:spLocks/>
          </p:cNvSpPr>
          <p:nvPr/>
        </p:nvSpPr>
        <p:spPr>
          <a:xfrm>
            <a:off x="982980" y="3100841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4400" dirty="0">
                <a:solidFill>
                  <a:schemeClr val="bg1"/>
                </a:solidFill>
              </a:rPr>
              <a:t>감사합니다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254065CC-BAF2-2646-6DC9-CCA2AC58DAD8}"/>
              </a:ext>
            </a:extLst>
          </p:cNvPr>
          <p:cNvSpPr txBox="1">
            <a:spLocks/>
          </p:cNvSpPr>
          <p:nvPr/>
        </p:nvSpPr>
        <p:spPr>
          <a:xfrm>
            <a:off x="838200" y="2051483"/>
            <a:ext cx="10515600" cy="65631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altLang="ko-KR" sz="5400" dirty="0" err="1">
                <a:solidFill>
                  <a:srgbClr val="2C3930"/>
                </a:solidFill>
              </a:rPr>
              <a:t>astpage</a:t>
            </a:r>
            <a:r>
              <a:rPr lang="en-US" altLang="ko-KR" sz="5400" dirty="0" err="1">
                <a:solidFill>
                  <a:schemeClr val="bg1"/>
                </a:solidFill>
              </a:rPr>
              <a:t>Lastpage</a:t>
            </a:r>
            <a:r>
              <a:rPr lang="en-US" altLang="ko-KR" sz="5400" dirty="0">
                <a:solidFill>
                  <a:schemeClr val="bg1"/>
                </a:solidFill>
              </a:rPr>
              <a:t> Project</a:t>
            </a:r>
            <a:r>
              <a:rPr lang="en-US" altLang="ko-KR" sz="5400" dirty="0">
                <a:solidFill>
                  <a:srgbClr val="2C3930"/>
                </a:solidFill>
              </a:rPr>
              <a:t> </a:t>
            </a:r>
            <a:r>
              <a:rPr lang="en-US" altLang="ko-KR" sz="4800" dirty="0">
                <a:solidFill>
                  <a:srgbClr val="2C3930"/>
                </a:solidFill>
              </a:rPr>
              <a:t>Project</a:t>
            </a:r>
            <a:endParaRPr lang="ko-KR" altLang="en-US" sz="4800" dirty="0">
              <a:solidFill>
                <a:srgbClr val="2C3930"/>
              </a:solidFill>
            </a:endParaRPr>
          </a:p>
        </p:txBody>
      </p:sp>
      <p:pic>
        <p:nvPicPr>
          <p:cNvPr id="9" name="그림 8" descr="일러스트레이션, 선그림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1E723E-4DFB-CCF9-FB66-49713820E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511" y="221163"/>
            <a:ext cx="807629" cy="80762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A8FCE66-B67E-3DCC-EDC0-BF93D04DBEEA}"/>
              </a:ext>
            </a:extLst>
          </p:cNvPr>
          <p:cNvSpPr txBox="1"/>
          <p:nvPr/>
        </p:nvSpPr>
        <p:spPr>
          <a:xfrm>
            <a:off x="-129540" y="4450080"/>
            <a:ext cx="12420600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13" name="내용 개체 틀 2">
            <a:extLst>
              <a:ext uri="{FF2B5EF4-FFF2-40B4-BE49-F238E27FC236}">
                <a16:creationId xmlns:a16="http://schemas.microsoft.com/office/drawing/2014/main" id="{188F3796-C2DD-4B3B-A779-04A4DEF6B8AF}"/>
              </a:ext>
            </a:extLst>
          </p:cNvPr>
          <p:cNvSpPr txBox="1">
            <a:spLocks/>
          </p:cNvSpPr>
          <p:nvPr/>
        </p:nvSpPr>
        <p:spPr>
          <a:xfrm>
            <a:off x="9707134" y="5409213"/>
            <a:ext cx="2247122" cy="126153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빅데이터</a:t>
            </a:r>
            <a:r>
              <a:rPr lang="en-US" altLang="ko-KR" sz="1400" b="1">
                <a:solidFill>
                  <a:schemeClr val="bg1"/>
                </a:solidFill>
                <a:latin typeface="+mn-ea"/>
              </a:rPr>
              <a:t>UI</a:t>
            </a: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양성과정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손보금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박준형</a:t>
            </a:r>
            <a:endParaRPr lang="en-US" altLang="ko-KR" sz="1400" b="1">
              <a:solidFill>
                <a:schemeClr val="bg1"/>
              </a:solidFill>
              <a:latin typeface="+mn-ea"/>
            </a:endParaRPr>
          </a:p>
          <a:p>
            <a:pPr marL="0" indent="0" algn="r">
              <a:buFont typeface="Arial" panose="020B0604020202020204" pitchFamily="34" charset="0"/>
              <a:buNone/>
            </a:pPr>
            <a:r>
              <a:rPr lang="ko-KR" altLang="en-US" sz="1400" b="1">
                <a:solidFill>
                  <a:schemeClr val="bg1"/>
                </a:solidFill>
                <a:latin typeface="+mn-ea"/>
              </a:rPr>
              <a:t>심예진</a:t>
            </a:r>
            <a:endParaRPr lang="ko-KR" altLang="en-US" sz="1400" b="1" dirty="0">
              <a:solidFill>
                <a:schemeClr val="bg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65548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3019</TotalTime>
  <Words>134</Words>
  <Application>Microsoft Office PowerPoint</Application>
  <PresentationFormat>와이드스크린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Calibri</vt:lpstr>
      <vt:lpstr>Office 테마</vt:lpstr>
      <vt:lpstr>PowerPoint 프레젠테이션</vt:lpstr>
      <vt:lpstr>INDEX 및 CONTENTS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1. Cisco 문제 1번 2. Cisco 문제 2번 3. Jdk설치 + 설정 4. Tomcat 설치 + 설정 5. Eclipse 설치 + 설정</dc:title>
  <dc:creator>FullName</dc:creator>
  <cp:lastModifiedBy>FullName</cp:lastModifiedBy>
  <cp:revision>192</cp:revision>
  <dcterms:created xsi:type="dcterms:W3CDTF">2025-08-05T00:27:28Z</dcterms:created>
  <dcterms:modified xsi:type="dcterms:W3CDTF">2025-11-07T03:06:47Z</dcterms:modified>
</cp:coreProperties>
</file>
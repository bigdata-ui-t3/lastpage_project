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37" r:id="rId4"/>
    <p:sldId id="338" r:id="rId5"/>
    <p:sldId id="339" r:id="rId6"/>
    <p:sldId id="340" r:id="rId7"/>
    <p:sldId id="342" r:id="rId8"/>
    <p:sldId id="343" r:id="rId9"/>
    <p:sldId id="318" r:id="rId10"/>
    <p:sldId id="344" r:id="rId11"/>
    <p:sldId id="341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활용기획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품질 관리 기획하기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조직 수립하기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보안 관리 기획하기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운영 관리 기획하기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574665-D3BD-473E-9057-9DC39AAE4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491509"/>
            <a:ext cx="5019779" cy="53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3D7946-6962-4C15-AF46-A5FD5E52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1728518"/>
            <a:ext cx="633500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7C937C-CF7D-4CA6-AF56-7BCF23FE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758461"/>
            <a:ext cx="6306430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7B1DB8-59A4-433F-A4FD-570BAA0EA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2125107"/>
            <a:ext cx="6315956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8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조직 수립하기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0E5DFB-FC0F-4700-8564-9143DFAB0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84" y="1585189"/>
            <a:ext cx="5650852" cy="51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7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조직 수립하기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C20E55-B95D-4205-AECC-C1A636DF1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605197"/>
            <a:ext cx="628737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빅데이터 운영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06D49B-EC9E-4E0E-B3D3-D64C2C75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978409"/>
            <a:ext cx="624927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빅데이터 운영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646A24-1B33-48CD-8BC8-85414BA9D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629272"/>
            <a:ext cx="5884140" cy="490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6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</TotalTime>
  <Words>99</Words>
  <Application>Microsoft Office PowerPoint</Application>
  <PresentationFormat>와이드스크린</PresentationFormat>
  <Paragraphs>36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135</cp:revision>
  <dcterms:created xsi:type="dcterms:W3CDTF">2025-08-05T00:27:28Z</dcterms:created>
  <dcterms:modified xsi:type="dcterms:W3CDTF">2025-10-20T02:10:36Z</dcterms:modified>
</cp:coreProperties>
</file>
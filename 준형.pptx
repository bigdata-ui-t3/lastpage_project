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54" r:id="rId2"/>
    <p:sldId id="3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llName" initials="F" lastIdx="2" clrIdx="0">
    <p:extLst>
      <p:ext uri="{19B8F6BF-5375-455C-9EA6-DF929625EA0E}">
        <p15:presenceInfo xmlns:p15="http://schemas.microsoft.com/office/powerpoint/2012/main" userId="FullNa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0E5"/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4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EEFA8-F15B-4EED-B3B7-92EB7F4B9965}"/>
              </a:ext>
            </a:extLst>
          </p:cNvPr>
          <p:cNvSpPr txBox="1"/>
          <p:nvPr/>
        </p:nvSpPr>
        <p:spPr>
          <a:xfrm>
            <a:off x="1301691" y="1779914"/>
            <a:ext cx="9588616" cy="435010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기획 배경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왜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'Last Page’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인가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시대적 흐름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반려동물은 이제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</a:t>
            </a: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프로젝트 동기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가족으로서 마지막 순간까지 책임지는 서비스 필요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컨셉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동물의 생애를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한 권의 책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비유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'Last Page'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아름다운 마무리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4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2. </a:t>
            </a:r>
            <a:r>
              <a:rPr lang="ko-KR" altLang="en-US" sz="14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핵심 목표</a:t>
            </a:r>
            <a:r>
              <a:rPr lang="en-US" altLang="ko-KR" sz="14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 3</a:t>
            </a:r>
            <a:r>
              <a:rPr lang="ko-KR" altLang="en-US" sz="14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가지 통합 가치</a:t>
            </a:r>
            <a:endParaRPr lang="en-US" altLang="ko-KR" sz="1400" b="1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저희는 장례라는 </a:t>
            </a:r>
            <a:r>
              <a:rPr lang="ko-KR" altLang="en-US" sz="1200" b="1" i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행정적 책임</a:t>
            </a:r>
            <a:r>
              <a:rPr lang="ko-KR" altLang="en-US" sz="1200" i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부터 </a:t>
            </a:r>
            <a:r>
              <a:rPr lang="ko-KR" altLang="en-US" sz="1200" b="1" i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심리적 케어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b="1" i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영속적인 추억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까지 반려동물의 마지막 생애 주기를 완벽하게 완성하는 통합 플랫폼 구축을 목표로 합니다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4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3. </a:t>
            </a:r>
            <a:r>
              <a:rPr lang="ko-KR" altLang="en-US" sz="14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지속 가능성</a:t>
            </a:r>
            <a:r>
              <a:rPr lang="en-US" altLang="ko-KR" sz="14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 ‘</a:t>
            </a:r>
            <a:r>
              <a:rPr lang="ko-KR" altLang="en-US" sz="14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이용후기’ 커뮤니티</a:t>
            </a:r>
            <a:endParaRPr lang="en-US" altLang="ko-KR" sz="1400" b="1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문제 인식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장례 서비스 특성상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웹 재방문 빈도 저하 예상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해결책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 ‘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이용후기’ 커뮤니티를 제공하여 지속적인 웹 방문 동기 부여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주요 역할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추억 공유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반려동물에 대한 아름다운 추억 기록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심리적 지지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사용자의 슬픔을 공유하고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진솔한 후기와 위로를 통한 </a:t>
            </a:r>
            <a:r>
              <a:rPr lang="ko-KR" altLang="en-US" sz="12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펫로스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극복 지원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B6F0D35-71B4-4C23-A4F5-DE9CDF6BAA6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28351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개발 동기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주제 선정</a:t>
            </a:r>
          </a:p>
        </p:txBody>
      </p:sp>
      <p:pic>
        <p:nvPicPr>
          <p:cNvPr id="11" name="그림 10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7F7C4E-ACB5-4401-A0BE-383211B8F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46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238461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3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3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팀원 소개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0DC28E-51D6-41F6-9150-BAAEBC804D12}"/>
              </a:ext>
            </a:extLst>
          </p:cNvPr>
          <p:cNvCxnSpPr>
            <a:cxnSpLocks/>
          </p:cNvCxnSpPr>
          <p:nvPr/>
        </p:nvCxnSpPr>
        <p:spPr>
          <a:xfrm>
            <a:off x="8115300" y="2384612"/>
            <a:ext cx="0" cy="4473387"/>
          </a:xfrm>
          <a:prstGeom prst="line">
            <a:avLst/>
          </a:prstGeom>
          <a:ln>
            <a:solidFill>
              <a:srgbClr val="F5F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2F451CB-A5B7-4DBB-9421-7B49012EC504}"/>
              </a:ext>
            </a:extLst>
          </p:cNvPr>
          <p:cNvCxnSpPr>
            <a:cxnSpLocks/>
          </p:cNvCxnSpPr>
          <p:nvPr/>
        </p:nvCxnSpPr>
        <p:spPr>
          <a:xfrm>
            <a:off x="4025900" y="2384612"/>
            <a:ext cx="0" cy="4473388"/>
          </a:xfrm>
          <a:prstGeom prst="line">
            <a:avLst/>
          </a:prstGeom>
          <a:ln>
            <a:solidFill>
              <a:srgbClr val="F5F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5E522EBF-E43D-4D62-97C3-BD379E07E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499587" y="1830720"/>
            <a:ext cx="1212502" cy="1233170"/>
          </a:xfrm>
          <a:prstGeom prst="ellipse">
            <a:avLst/>
          </a:prstGeom>
          <a:ln>
            <a:noFill/>
          </a:ln>
          <a:effectLst>
            <a:outerShdw blurRad="50800" dist="38100" dir="2700000" sx="104000" sy="104000" algn="tl" rotWithShape="0">
              <a:prstClr val="black">
                <a:alpha val="33000"/>
              </a:prstClr>
            </a:outerShdw>
            <a:softEdge rad="0"/>
          </a:effectLst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7C22ACBE-B368-4F60-B3E4-41A70DBF0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266" y="1841054"/>
            <a:ext cx="1272424" cy="1233170"/>
          </a:xfrm>
          <a:prstGeom prst="ellipse">
            <a:avLst/>
          </a:prstGeom>
          <a:ln>
            <a:noFill/>
          </a:ln>
          <a:effectLst>
            <a:outerShdw blurRad="50800" dist="38100" dir="2700000" sx="103000" sy="103000" algn="tl" rotWithShape="0">
              <a:prstClr val="black">
                <a:alpha val="33000"/>
              </a:prstClr>
            </a:outerShdw>
            <a:softEdge rad="0"/>
          </a:effec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FDCE6D9-E2CE-431E-862C-57E959D78F6B}"/>
              </a:ext>
            </a:extLst>
          </p:cNvPr>
          <p:cNvSpPr txBox="1"/>
          <p:nvPr/>
        </p:nvSpPr>
        <p:spPr>
          <a:xfrm>
            <a:off x="4401308" y="3220546"/>
            <a:ext cx="3389381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회원 관리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(CRUD)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구현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로그인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로그아웃 등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5F0E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5F0E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전체 시스템 백본 구축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Spring Boot, JPA, MySQL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환경 설정 및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연동 기본 구조 마련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5F0E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5F0E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최종 코드 병합 및 관리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Dev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브랜치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관리 및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Front/Backend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최종 통합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Merge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0E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담당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203A48AF-894E-4623-A8E0-96E259225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767" y="1820388"/>
            <a:ext cx="1233168" cy="1233168"/>
          </a:xfrm>
          <a:prstGeom prst="ellipse">
            <a:avLst/>
          </a:prstGeom>
          <a:ln>
            <a:noFill/>
          </a:ln>
          <a:effectLst>
            <a:outerShdw blurRad="50800" dist="38100" dir="2700000" sx="104000" sy="104000" algn="tl" rotWithShape="0">
              <a:prstClr val="black">
                <a:alpha val="33000"/>
              </a:prst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064856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4185</TotalTime>
  <Words>195</Words>
  <Application>Microsoft Office PowerPoint</Application>
  <PresentationFormat>와이드스크린</PresentationFormat>
  <Paragraphs>28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273</cp:revision>
  <dcterms:created xsi:type="dcterms:W3CDTF">2025-08-05T00:27:28Z</dcterms:created>
  <dcterms:modified xsi:type="dcterms:W3CDTF">2025-11-28T08:40:15Z</dcterms:modified>
</cp:coreProperties>
</file>
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8" r:id="rId2"/>
    <p:sldId id="257" r:id="rId3"/>
    <p:sldId id="337" r:id="rId4"/>
    <p:sldId id="342" r:id="rId5"/>
    <p:sldId id="343" r:id="rId6"/>
    <p:sldId id="345" r:id="rId7"/>
    <p:sldId id="344" r:id="rId8"/>
    <p:sldId id="347" r:id="rId9"/>
    <p:sldId id="346" r:id="rId10"/>
    <p:sldId id="28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분석 데이터 </a:t>
            </a:r>
            <a:r>
              <a:rPr lang="ko-KR" altLang="en-US" sz="4400" dirty="0" err="1">
                <a:solidFill>
                  <a:schemeClr val="bg1"/>
                </a:solidFill>
              </a:rPr>
              <a:t>전처리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품질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박준형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(2p-3p)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품질 이슈 분석 및 근본 원인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프로젝트 생명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품질 관리 계획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조직 수립하기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(6p-9p)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조직 역할 및 책임 할당표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(RACI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분석가를 위한 역량 교육 체계 설계 보고서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442445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보안 관리 기획하기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ko-KR" altLang="en-US" sz="1500" b="1" u="sng" dirty="0">
                <a:solidFill>
                  <a:schemeClr val="bg1"/>
                </a:solidFill>
                <a:latin typeface="+mj-lt"/>
              </a:rPr>
              <a:t>심예진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(4p-5p)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개인 정보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비식별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조치 계획 보고서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수명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주기별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 위협 요소 분석 및 대응방안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4157238"/>
            <a:ext cx="5726365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빅데이터 운영 관리 기획하기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– </a:t>
            </a:r>
            <a:r>
              <a:rPr lang="ko-KR" altLang="en-US" sz="1500" b="1" u="sng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en-US" altLang="ko-KR" sz="1500" b="1" u="sng" dirty="0">
                <a:solidFill>
                  <a:schemeClr val="bg1"/>
                </a:solidFill>
                <a:latin typeface="+mj-lt"/>
              </a:rPr>
              <a:t>(10p-12p)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장애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가용성 관리 분석 보고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서비스 수준 협약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(SLA)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및 변경 관리 계획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endParaRPr lang="en-US" altLang="ko-KR" sz="15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C3A5A1-19DC-4E1F-AD37-508ADF562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35" y="1904504"/>
            <a:ext cx="5776988" cy="42620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0A195F-A994-4B84-B623-803841A93C36}"/>
              </a:ext>
            </a:extLst>
          </p:cNvPr>
          <p:cNvSpPr txBox="1"/>
          <p:nvPr/>
        </p:nvSpPr>
        <p:spPr>
          <a:xfrm>
            <a:off x="7122253" y="2223821"/>
            <a:ext cx="42364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>
                <a:solidFill>
                  <a:schemeClr val="bg1"/>
                </a:solidFill>
              </a:rPr>
              <a:t>결측치</a:t>
            </a:r>
            <a:r>
              <a:rPr lang="ko-KR" altLang="en-US" dirty="0">
                <a:solidFill>
                  <a:schemeClr val="bg1"/>
                </a:solidFill>
              </a:rPr>
              <a:t> 처리</a:t>
            </a: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이상치 처리</a:t>
            </a: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레이블 인코딩</a:t>
            </a:r>
            <a:endParaRPr lang="en-US" altLang="ko-KR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표준화 처리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en-US" altLang="ko-KR" dirty="0" err="1">
                <a:solidFill>
                  <a:schemeClr val="bg1"/>
                </a:solidFill>
              </a:rPr>
              <a:t>standardScaler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B4C46-CF1F-49CD-AC02-4EB57B107A71}"/>
              </a:ext>
            </a:extLst>
          </p:cNvPr>
          <p:cNvSpPr txBox="1"/>
          <p:nvPr/>
        </p:nvSpPr>
        <p:spPr>
          <a:xfrm>
            <a:off x="7122252" y="4035553"/>
            <a:ext cx="42364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 err="1">
                <a:solidFill>
                  <a:schemeClr val="bg1"/>
                </a:solidFill>
              </a:rPr>
              <a:t>전처리</a:t>
            </a:r>
            <a:r>
              <a:rPr lang="ko-KR" altLang="en-US" dirty="0">
                <a:solidFill>
                  <a:schemeClr val="bg1"/>
                </a:solidFill>
              </a:rPr>
              <a:t> 과정은 </a:t>
            </a:r>
            <a:r>
              <a:rPr lang="ko-KR" altLang="en-US" dirty="0" err="1">
                <a:solidFill>
                  <a:schemeClr val="bg1"/>
                </a:solidFill>
              </a:rPr>
              <a:t>실습한것과</a:t>
            </a:r>
            <a:r>
              <a:rPr lang="ko-KR" altLang="en-US" dirty="0">
                <a:solidFill>
                  <a:schemeClr val="bg1"/>
                </a:solidFill>
              </a:rPr>
              <a:t> 똑같기 때문에 </a:t>
            </a:r>
            <a:r>
              <a:rPr lang="en-US" altLang="ko-KR" dirty="0">
                <a:solidFill>
                  <a:schemeClr val="bg1"/>
                </a:solidFill>
              </a:rPr>
              <a:t>1~4</a:t>
            </a:r>
            <a:r>
              <a:rPr lang="ko-KR" altLang="en-US" dirty="0">
                <a:solidFill>
                  <a:schemeClr val="bg1"/>
                </a:solidFill>
              </a:rPr>
              <a:t>번을 각자 실습은 하되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</a:p>
          <a:p>
            <a:pPr marL="342900" indent="-342900">
              <a:buAutoNum type="arabicPeriod"/>
            </a:pPr>
            <a:r>
              <a:rPr lang="ko-KR" altLang="en-US" dirty="0" err="1">
                <a:solidFill>
                  <a:schemeClr val="bg1"/>
                </a:solidFill>
              </a:rPr>
              <a:t>결측치</a:t>
            </a:r>
            <a:r>
              <a:rPr lang="ko-KR" altLang="en-US" dirty="0">
                <a:solidFill>
                  <a:schemeClr val="bg1"/>
                </a:solidFill>
              </a:rPr>
              <a:t> 처리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  <a:r>
              <a:rPr lang="ko-KR" altLang="en-US" dirty="0">
                <a:solidFill>
                  <a:schemeClr val="bg1"/>
                </a:solidFill>
              </a:rPr>
              <a:t>작성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준형이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이상치 처리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  <a:r>
              <a:rPr lang="ko-KR" altLang="en-US" dirty="0">
                <a:solidFill>
                  <a:schemeClr val="bg1"/>
                </a:solidFill>
              </a:rPr>
              <a:t>작성</a:t>
            </a:r>
            <a:r>
              <a:rPr lang="en-US" altLang="ko-KR" dirty="0">
                <a:solidFill>
                  <a:schemeClr val="bg1"/>
                </a:solidFill>
              </a:rPr>
              <a:t>(</a:t>
            </a:r>
            <a:r>
              <a:rPr lang="ko-KR" altLang="en-US" dirty="0">
                <a:solidFill>
                  <a:schemeClr val="bg1"/>
                </a:solidFill>
              </a:rPr>
              <a:t>예진이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레이블 인코딩 </a:t>
            </a:r>
            <a:r>
              <a:rPr lang="en-US" altLang="ko-KR" dirty="0">
                <a:solidFill>
                  <a:schemeClr val="bg1"/>
                </a:solidFill>
              </a:rPr>
              <a:t>ppt(</a:t>
            </a:r>
            <a:r>
              <a:rPr lang="ko-KR" altLang="en-US" dirty="0" err="1">
                <a:solidFill>
                  <a:schemeClr val="bg1"/>
                </a:solidFill>
              </a:rPr>
              <a:t>보금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ko-KR" altLang="en-US" dirty="0">
                <a:solidFill>
                  <a:schemeClr val="bg1"/>
                </a:solidFill>
              </a:rPr>
              <a:t>표준화 처리 </a:t>
            </a:r>
            <a:r>
              <a:rPr lang="en-US" altLang="ko-KR" dirty="0">
                <a:solidFill>
                  <a:schemeClr val="bg1"/>
                </a:solidFill>
              </a:rPr>
              <a:t>ppt(</a:t>
            </a:r>
            <a:r>
              <a:rPr lang="ko-KR" altLang="en-US" dirty="0" err="1">
                <a:solidFill>
                  <a:schemeClr val="bg1"/>
                </a:solidFill>
              </a:rPr>
              <a:t>보금</a:t>
            </a:r>
            <a:r>
              <a:rPr lang="en-US" altLang="ko-KR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dirty="0" err="1">
                <a:solidFill>
                  <a:schemeClr val="bg1"/>
                </a:solidFill>
              </a:rPr>
              <a:t>으로</a:t>
            </a:r>
            <a:r>
              <a:rPr lang="ko-KR" altLang="en-US" dirty="0">
                <a:solidFill>
                  <a:schemeClr val="bg1"/>
                </a:solidFill>
              </a:rPr>
              <a:t> 진행하겠습니다</a:t>
            </a:r>
            <a:r>
              <a:rPr lang="en-US" altLang="ko-KR" dirty="0">
                <a:solidFill>
                  <a:schemeClr val="bg1"/>
                </a:solidFill>
              </a:rPr>
              <a:t>~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594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94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514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07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357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65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2539</TotalTime>
  <Words>211</Words>
  <Application>Microsoft Office PowerPoint</Application>
  <PresentationFormat>와이드스크린</PresentationFormat>
  <Paragraphs>50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168</cp:revision>
  <dcterms:created xsi:type="dcterms:W3CDTF">2025-08-05T00:27:28Z</dcterms:created>
  <dcterms:modified xsi:type="dcterms:W3CDTF">2025-10-24T02:16:33Z</dcterms:modified>
</cp:coreProperties>
</file>
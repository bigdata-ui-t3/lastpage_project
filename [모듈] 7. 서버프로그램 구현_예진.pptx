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93" r:id="rId4"/>
    <p:sldId id="292" r:id="rId5"/>
    <p:sldId id="294" r:id="rId6"/>
    <p:sldId id="287" r:id="rId7"/>
    <p:sldId id="296" r:id="rId8"/>
    <p:sldId id="295" r:id="rId9"/>
    <p:sldId id="290" r:id="rId10"/>
    <p:sldId id="297" r:id="rId11"/>
    <p:sldId id="28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58" autoAdjust="0"/>
    <p:restoredTop sz="94660"/>
  </p:normalViewPr>
  <p:slideViewPr>
    <p:cSldViewPr snapToGrid="0">
      <p:cViewPr>
        <p:scale>
          <a:sx n="100" d="100"/>
          <a:sy n="100" d="100"/>
        </p:scale>
        <p:origin x="7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2025-09-01-Monday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2025-09-01-Monday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2025-09-01-Monday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2025-09-01-Monday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2025-09-01-Monday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2025-09-01-Monday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2025-09-01-Monday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2025-09-01-Monday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2025-09-01-Monday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2025-09-01-Monday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2025-09-01-Monday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2025-09-01-Monday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098820"/>
            <a:ext cx="2247122" cy="1462871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최지원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서버프로그램 구현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1999" cy="142967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altLang="ko-KR" dirty="0"/>
              <a:t>INDEX </a:t>
            </a:r>
            <a:r>
              <a:rPr lang="ko-KR" altLang="en-US" dirty="0"/>
              <a:t>및 </a:t>
            </a:r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987" y="2423433"/>
            <a:ext cx="11881608" cy="3863101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</a:rPr>
              <a:t>1. </a:t>
            </a:r>
            <a:r>
              <a:rPr lang="ko-KR" altLang="en-US" sz="2000" b="1" dirty="0">
                <a:solidFill>
                  <a:schemeClr val="bg1"/>
                </a:solidFill>
              </a:rPr>
              <a:t>순서도 </a:t>
            </a:r>
            <a:r>
              <a:rPr lang="en-US" altLang="ko-KR" sz="2000" b="1" dirty="0">
                <a:solidFill>
                  <a:schemeClr val="bg1"/>
                </a:solidFill>
              </a:rPr>
              <a:t>--------------------------------------------    2p </a:t>
            </a:r>
            <a:r>
              <a:rPr lang="ko-KR" altLang="en-US" sz="2000" b="1" dirty="0">
                <a:solidFill>
                  <a:schemeClr val="bg1"/>
                </a:solidFill>
              </a:rPr>
              <a:t>최지원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전체 파일 구성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----------------------------------------------    8p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손보금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</a:rPr>
              <a:t>3. MemberDto.java </a:t>
            </a:r>
            <a:r>
              <a:rPr lang="ko-KR" altLang="en-US" sz="2000" b="1" dirty="0">
                <a:solidFill>
                  <a:schemeClr val="bg1"/>
                </a:solidFill>
              </a:rPr>
              <a:t>구현 및 동작 설명</a:t>
            </a:r>
            <a:r>
              <a:rPr lang="en-US" altLang="ko-KR" sz="2000" b="1" dirty="0">
                <a:solidFill>
                  <a:schemeClr val="bg1"/>
                </a:solidFill>
              </a:rPr>
              <a:t>----------------------------------------------    3p  </a:t>
            </a:r>
            <a:r>
              <a:rPr lang="ko-KR" altLang="en-US" sz="2000" b="1" dirty="0">
                <a:solidFill>
                  <a:schemeClr val="bg1"/>
                </a:solidFill>
              </a:rPr>
              <a:t>박준형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</a:rPr>
              <a:t>4. DbUtils.java </a:t>
            </a:r>
            <a:r>
              <a:rPr lang="ko-KR" altLang="en-US" sz="2000" b="1" dirty="0">
                <a:solidFill>
                  <a:schemeClr val="bg1"/>
                </a:solidFill>
              </a:rPr>
              <a:t>구현 및 동작 설명</a:t>
            </a:r>
            <a:r>
              <a:rPr lang="en-US" altLang="ko-KR" sz="2000" b="1" dirty="0">
                <a:solidFill>
                  <a:schemeClr val="bg1"/>
                </a:solidFill>
              </a:rPr>
              <a:t>--------------------------------------------    4p – 7p </a:t>
            </a:r>
            <a:r>
              <a:rPr lang="ko-KR" altLang="en-US" sz="2000" b="1" dirty="0" err="1">
                <a:solidFill>
                  <a:schemeClr val="bg1"/>
                </a:solidFill>
              </a:rPr>
              <a:t>손보금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</a:rPr>
              <a:t>5. 02Join.jsp </a:t>
            </a:r>
            <a:r>
              <a:rPr lang="ko-KR" altLang="en-US" sz="2000" b="1" dirty="0">
                <a:solidFill>
                  <a:schemeClr val="bg1"/>
                </a:solidFill>
              </a:rPr>
              <a:t>구현 및 동작 설명 </a:t>
            </a:r>
            <a:r>
              <a:rPr lang="en-US" altLang="ko-KR" sz="2000" b="1" dirty="0">
                <a:solidFill>
                  <a:schemeClr val="bg1"/>
                </a:solidFill>
              </a:rPr>
              <a:t>----------------------------------------------    8p </a:t>
            </a:r>
            <a:r>
              <a:rPr lang="ko-KR" altLang="en-US" sz="2000" b="1" dirty="0">
                <a:solidFill>
                  <a:schemeClr val="bg1"/>
                </a:solidFill>
              </a:rPr>
              <a:t>심예진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n-US" altLang="ko-KR" sz="1100" b="1" dirty="0">
              <a:solidFill>
                <a:schemeClr val="bg1"/>
              </a:solidFill>
            </a:endParaRPr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순서도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회원가입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draw.io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파일 캡쳐</a:t>
            </a:r>
            <a:r>
              <a:rPr lang="en-US" altLang="ko-KR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)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836394-6BA1-4ABE-86A5-BDBF1CC40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05" y="1661388"/>
            <a:ext cx="5998325" cy="467213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03AE1E9-F6CC-44AB-BDFE-9061AC6C17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558" y="1661388"/>
            <a:ext cx="5527637" cy="4692194"/>
          </a:xfrm>
          <a:prstGeom prst="rect">
            <a:avLst/>
          </a:prstGeom>
        </p:spPr>
      </p:pic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DA479A3F-732D-4D07-9257-628907FAEA5A}"/>
              </a:ext>
            </a:extLst>
          </p:cNvPr>
          <p:cNvCxnSpPr>
            <a:cxnSpLocks/>
          </p:cNvCxnSpPr>
          <p:nvPr/>
        </p:nvCxnSpPr>
        <p:spPr>
          <a:xfrm flipV="1">
            <a:off x="3236686" y="2017486"/>
            <a:ext cx="5094514" cy="4070574"/>
          </a:xfrm>
          <a:prstGeom prst="bentConnector3">
            <a:avLst>
              <a:gd name="adj1" fmla="val 55698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392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. </a:t>
            </a:r>
            <a:r>
              <a:rPr lang="en-US" altLang="ko-KR" dirty="0" err="1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MemberDto</a:t>
            </a:r>
            <a:r>
              <a:rPr lang="en-US" altLang="ko-KR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, </a:t>
            </a:r>
            <a:r>
              <a:rPr lang="en-US" altLang="ko-KR" dirty="0" err="1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DbUtils,Join</a:t>
            </a:r>
            <a:r>
              <a:rPr lang="ko-KR" altLang="en-US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파일이 다 있는 지 </a:t>
            </a:r>
            <a:r>
              <a:rPr lang="ko-KR" altLang="en-US" dirty="0" err="1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한장</a:t>
            </a:r>
            <a:r>
              <a:rPr lang="ko-KR" altLang="en-US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 캡쳐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53DCB1-4CDC-4F0C-9D49-0641A8B7C223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0A61549-9C66-4285-97F2-D0F9D2BBCF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347" y="1720487"/>
            <a:ext cx="3200847" cy="46393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C49EB8-6CF5-43A1-BE46-5A384EF60B2E}"/>
              </a:ext>
            </a:extLst>
          </p:cNvPr>
          <p:cNvSpPr txBox="1"/>
          <p:nvPr/>
        </p:nvSpPr>
        <p:spPr>
          <a:xfrm>
            <a:off x="6454783" y="3429000"/>
            <a:ext cx="4978401" cy="1666162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b="1" dirty="0">
                <a:solidFill>
                  <a:schemeClr val="bg1"/>
                </a:solidFill>
              </a:rPr>
              <a:t>MemberDto.java </a:t>
            </a:r>
            <a:r>
              <a:rPr lang="ko-KR" altLang="en-US" b="1" dirty="0">
                <a:solidFill>
                  <a:schemeClr val="bg1"/>
                </a:solidFill>
              </a:rPr>
              <a:t>구현</a:t>
            </a:r>
            <a:endParaRPr lang="en-US" altLang="ko-KR" b="1" dirty="0">
              <a:solidFill>
                <a:schemeClr val="bg1"/>
              </a:solidFill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b="1" dirty="0">
                <a:solidFill>
                  <a:schemeClr val="bg1"/>
                </a:solidFill>
              </a:rPr>
              <a:t>DbUtils.java </a:t>
            </a:r>
            <a:r>
              <a:rPr lang="ko-KR" altLang="en-US" b="1" dirty="0">
                <a:solidFill>
                  <a:schemeClr val="bg1"/>
                </a:solidFill>
              </a:rPr>
              <a:t>구현</a:t>
            </a:r>
            <a:endParaRPr lang="en-US" altLang="ko-KR" b="1" dirty="0">
              <a:solidFill>
                <a:schemeClr val="bg1"/>
              </a:solidFill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b="1" dirty="0">
                <a:solidFill>
                  <a:schemeClr val="bg1"/>
                </a:solidFill>
              </a:rPr>
              <a:t>02Join.jsp </a:t>
            </a:r>
            <a:r>
              <a:rPr lang="ko-KR" altLang="en-US" b="1" dirty="0">
                <a:solidFill>
                  <a:schemeClr val="bg1"/>
                </a:solidFill>
              </a:rPr>
              <a:t>구현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D2C6E-7864-4D8A-97B7-59B8DADC18F3}"/>
              </a:ext>
            </a:extLst>
          </p:cNvPr>
          <p:cNvSpPr txBox="1"/>
          <p:nvPr/>
        </p:nvSpPr>
        <p:spPr>
          <a:xfrm>
            <a:off x="2423884" y="2743201"/>
            <a:ext cx="1277260" cy="188686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E20CC7-2422-48B5-81F9-411FA651111B}"/>
              </a:ext>
            </a:extLst>
          </p:cNvPr>
          <p:cNvSpPr txBox="1"/>
          <p:nvPr/>
        </p:nvSpPr>
        <p:spPr>
          <a:xfrm>
            <a:off x="2423884" y="3242359"/>
            <a:ext cx="1277260" cy="188686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256210-7981-41CC-92E9-9197D7D4C7E8}"/>
              </a:ext>
            </a:extLst>
          </p:cNvPr>
          <p:cNvSpPr txBox="1"/>
          <p:nvPr/>
        </p:nvSpPr>
        <p:spPr>
          <a:xfrm>
            <a:off x="2423884" y="5304972"/>
            <a:ext cx="1277260" cy="188686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7AC1CC77-EA5D-49FA-99F8-088743195562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3701144" y="2837544"/>
            <a:ext cx="2753639" cy="1424537"/>
          </a:xfrm>
          <a:prstGeom prst="bentConnector3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90BFC832-516B-4934-8A10-62D1BECAFA89}"/>
              </a:ext>
            </a:extLst>
          </p:cNvPr>
          <p:cNvCxnSpPr>
            <a:cxnSpLocks/>
            <a:stCxn id="39" idx="3"/>
            <a:endCxn id="9" idx="1"/>
          </p:cNvCxnSpPr>
          <p:nvPr/>
        </p:nvCxnSpPr>
        <p:spPr>
          <a:xfrm>
            <a:off x="3701144" y="3336702"/>
            <a:ext cx="2753639" cy="925379"/>
          </a:xfrm>
          <a:prstGeom prst="bentConnector3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62682A32-6F43-4266-9B3A-418B0351B063}"/>
              </a:ext>
            </a:extLst>
          </p:cNvPr>
          <p:cNvCxnSpPr>
            <a:cxnSpLocks/>
            <a:stCxn id="41" idx="3"/>
            <a:endCxn id="9" idx="1"/>
          </p:cNvCxnSpPr>
          <p:nvPr/>
        </p:nvCxnSpPr>
        <p:spPr>
          <a:xfrm flipV="1">
            <a:off x="3701144" y="4262081"/>
            <a:ext cx="2753639" cy="1137234"/>
          </a:xfrm>
          <a:prstGeom prst="bentConnector3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939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915036D7-6872-454E-9683-74DC284D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3660" cy="135342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3. MemberDto.java </a:t>
            </a:r>
            <a:r>
              <a:rPr lang="ko-KR" altLang="en-US" dirty="0"/>
              <a:t>구현 및 동작 설명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6494E9D6-DE83-49B9-8060-F3459DEDC648}"/>
              </a:ext>
            </a:extLst>
          </p:cNvPr>
          <p:cNvSpPr txBox="1"/>
          <p:nvPr/>
        </p:nvSpPr>
        <p:spPr>
          <a:xfrm>
            <a:off x="761624" y="1071943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 latinLnBrk="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80BD38C2-90CB-4236-B711-038246B42D23}"/>
              </a:ext>
            </a:extLst>
          </p:cNvPr>
          <p:cNvSpPr txBox="1"/>
          <p:nvPr/>
        </p:nvSpPr>
        <p:spPr>
          <a:xfrm>
            <a:off x="494950" y="1495081"/>
            <a:ext cx="11113156" cy="5214649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 latinLnBrk="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98C2A7-D0F3-46AB-A3C0-12D7A4FBC3AE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4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511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915036D7-6872-454E-9683-74DC284D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3660" cy="135342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4. DbUtils.java </a:t>
            </a:r>
            <a:r>
              <a:rPr lang="ko-KR" altLang="en-US" dirty="0"/>
              <a:t>구현 및 동작 설명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6494E9D6-DE83-49B9-8060-F3459DEDC648}"/>
              </a:ext>
            </a:extLst>
          </p:cNvPr>
          <p:cNvSpPr txBox="1"/>
          <p:nvPr/>
        </p:nvSpPr>
        <p:spPr>
          <a:xfrm>
            <a:off x="761624" y="1071943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 latinLnBrk="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A86133-2F05-4C44-81DE-79C0A129E336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5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29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915036D7-6872-454E-9683-74DC284D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3660" cy="135342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4. DbUtils.java </a:t>
            </a:r>
            <a:r>
              <a:rPr lang="ko-KR" altLang="en-US" dirty="0"/>
              <a:t>구현 및 동작 설명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6494E9D6-DE83-49B9-8060-F3459DEDC648}"/>
              </a:ext>
            </a:extLst>
          </p:cNvPr>
          <p:cNvSpPr txBox="1"/>
          <p:nvPr/>
        </p:nvSpPr>
        <p:spPr>
          <a:xfrm>
            <a:off x="761624" y="1071943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 latinLnBrk="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A86133-2F05-4C44-81DE-79C0A129E336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5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D3609A-0087-4518-96C5-73308A28F0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711" y="1696750"/>
            <a:ext cx="6072021" cy="487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76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915036D7-6872-454E-9683-74DC284D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3660" cy="135342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4. DbUtils.java </a:t>
            </a:r>
            <a:r>
              <a:rPr lang="ko-KR" altLang="en-US" dirty="0"/>
              <a:t>구현 및 동작 설명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6494E9D6-DE83-49B9-8060-F3459DEDC648}"/>
              </a:ext>
            </a:extLst>
          </p:cNvPr>
          <p:cNvSpPr txBox="1"/>
          <p:nvPr/>
        </p:nvSpPr>
        <p:spPr>
          <a:xfrm>
            <a:off x="761624" y="1071943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 latinLnBrk="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A86133-2F05-4C44-81DE-79C0A129E336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5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EEC26F-00CD-41E1-9205-B86454E46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880" y="1718547"/>
            <a:ext cx="7826237" cy="484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414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5. 02Join.jsp </a:t>
            </a:r>
            <a:r>
              <a:rPr lang="ko-KR" altLang="en-US" dirty="0"/>
              <a:t>구현 및 동작 설명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3E8ACEFC-BE3F-4B14-BC73-1BCC62CCB99F}"/>
              </a:ext>
            </a:extLst>
          </p:cNvPr>
          <p:cNvSpPr txBox="1"/>
          <p:nvPr/>
        </p:nvSpPr>
        <p:spPr>
          <a:xfrm>
            <a:off x="1095372" y="528831"/>
            <a:ext cx="16541142" cy="87847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3838F2-387F-48AD-91D9-BA84FB29DA12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6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FCEA46-FAE2-4130-AD44-EE52077237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64" t="9143" r="51259" b="18475"/>
          <a:stretch/>
        </p:blipFill>
        <p:spPr>
          <a:xfrm>
            <a:off x="1494006" y="1663887"/>
            <a:ext cx="4361906" cy="496388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BCD1A97-9E6A-40E0-AE4C-6006A4481F1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750" t="11619" r="49157" b="17588"/>
          <a:stretch/>
        </p:blipFill>
        <p:spPr>
          <a:xfrm>
            <a:off x="5949252" y="1663722"/>
            <a:ext cx="4748742" cy="496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447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5. 02Join.jsp </a:t>
            </a:r>
            <a:r>
              <a:rPr lang="ko-KR" altLang="en-US" dirty="0"/>
              <a:t>구현 및 동작 설명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3E8ACEFC-BE3F-4B14-BC73-1BCC62CCB99F}"/>
              </a:ext>
            </a:extLst>
          </p:cNvPr>
          <p:cNvSpPr txBox="1"/>
          <p:nvPr/>
        </p:nvSpPr>
        <p:spPr>
          <a:xfrm>
            <a:off x="1095372" y="528831"/>
            <a:ext cx="16541142" cy="87847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3838F2-387F-48AD-91D9-BA84FB29DA12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7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682AD2-7C85-491E-92D0-53E2BB802D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827" t="10241" r="48298" b="20193"/>
          <a:stretch/>
        </p:blipFill>
        <p:spPr>
          <a:xfrm>
            <a:off x="1246927" y="1773197"/>
            <a:ext cx="4739640" cy="47707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FFD40FB-32F8-4B9B-8AD1-CCB7A2554C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826" t="19628" r="52500" b="19196"/>
          <a:stretch/>
        </p:blipFill>
        <p:spPr>
          <a:xfrm>
            <a:off x="6096000" y="1773197"/>
            <a:ext cx="4807163" cy="477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30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DCB2C46-2EBD-4D54-A18D-9E6DA7350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5567FD7-00BB-4A9F-A4F6-57420AC3B42A}"/>
              </a:ext>
            </a:extLst>
          </p:cNvPr>
          <p:cNvSpPr txBox="1">
            <a:spLocks/>
          </p:cNvSpPr>
          <p:nvPr/>
        </p:nvSpPr>
        <p:spPr>
          <a:xfrm>
            <a:off x="9707134" y="5098820"/>
            <a:ext cx="2247122" cy="14628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최지원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177</Words>
  <Application>Microsoft Office PowerPoint</Application>
  <PresentationFormat>와이드스크린</PresentationFormat>
  <Paragraphs>40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63</cp:revision>
  <dcterms:created xsi:type="dcterms:W3CDTF">2025-08-05T00:27:28Z</dcterms:created>
  <dcterms:modified xsi:type="dcterms:W3CDTF">2025-09-01T01:11:09Z</dcterms:modified>
</cp:coreProperties>
</file>